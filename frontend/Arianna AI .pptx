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Saved By Zero" charset="1" panose="00000400000000000000"/>
      <p:regular r:id="rId30"/>
    </p:embeddedFont>
    <p:embeddedFont>
      <p:font typeface="TT Supermolot Neue Expanded" charset="1" panose="02000503020000020004"/>
      <p:regular r:id="rId31"/>
    </p:embeddedFont>
    <p:embeddedFont>
      <p:font typeface="TT Supermolot Neue Expanded Bold" charset="1" panose="02000803000000020004"/>
      <p:regular r:id="rId32"/>
    </p:embeddedFont>
    <p:embeddedFont>
      <p:font typeface="Lato Bold" charset="1" panose="020F05020202040302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Good [morning/afternoon] everyone! My name is Arianne Mae Apostol, and today I'm excited to introduce you to Arianna AI — your friendly chatbot helper. Ask anything, get answers fast.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10.jpe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10.jpe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4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9.jpeg" Type="http://schemas.openxmlformats.org/officeDocument/2006/relationships/image"/><Relationship Id="rId8" Target="../media/image8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3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3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3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03034" y="-483782"/>
            <a:ext cx="8283781" cy="7624530"/>
          </a:xfrm>
          <a:custGeom>
            <a:avLst/>
            <a:gdLst/>
            <a:ahLst/>
            <a:cxnLst/>
            <a:rect r="r" b="b" t="t" l="l"/>
            <a:pathLst>
              <a:path h="7624530" w="8283781">
                <a:moveTo>
                  <a:pt x="0" y="0"/>
                </a:moveTo>
                <a:lnTo>
                  <a:pt x="8283782" y="0"/>
                </a:lnTo>
                <a:lnTo>
                  <a:pt x="8283782" y="7624531"/>
                </a:lnTo>
                <a:lnTo>
                  <a:pt x="0" y="762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1828" y="-7159917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7" y="0"/>
                </a:lnTo>
                <a:lnTo>
                  <a:pt x="12202147" y="10407415"/>
                </a:lnTo>
                <a:lnTo>
                  <a:pt x="0" y="10407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029367" y="1301159"/>
            <a:ext cx="9438732" cy="9276037"/>
          </a:xfrm>
          <a:custGeom>
            <a:avLst/>
            <a:gdLst/>
            <a:ahLst/>
            <a:cxnLst/>
            <a:rect r="r" b="b" t="t" l="l"/>
            <a:pathLst>
              <a:path h="9276037" w="9438732">
                <a:moveTo>
                  <a:pt x="9438732" y="0"/>
                </a:moveTo>
                <a:lnTo>
                  <a:pt x="0" y="0"/>
                </a:lnTo>
                <a:lnTo>
                  <a:pt x="0" y="9276037"/>
                </a:lnTo>
                <a:lnTo>
                  <a:pt x="9438732" y="9276037"/>
                </a:lnTo>
                <a:lnTo>
                  <a:pt x="9438732" y="0"/>
                </a:lnTo>
                <a:close/>
              </a:path>
            </a:pathLst>
          </a:custGeom>
          <a:blipFill>
            <a:blip r:embed="rId6"/>
            <a:stretch>
              <a:fillRect l="-11960" t="0" r="-3540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072374" y="6433323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8" y="0"/>
                </a:lnTo>
                <a:lnTo>
                  <a:pt x="12202148" y="10407414"/>
                </a:lnTo>
                <a:lnTo>
                  <a:pt x="0" y="10407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11074" y="7392749"/>
            <a:ext cx="2441409" cy="3184447"/>
          </a:xfrm>
          <a:custGeom>
            <a:avLst/>
            <a:gdLst/>
            <a:ahLst/>
            <a:cxnLst/>
            <a:rect r="r" b="b" t="t" l="l"/>
            <a:pathLst>
              <a:path h="3184447" w="2441409">
                <a:moveTo>
                  <a:pt x="0" y="0"/>
                </a:moveTo>
                <a:lnTo>
                  <a:pt x="2441409" y="0"/>
                </a:lnTo>
                <a:lnTo>
                  <a:pt x="2441409" y="3184447"/>
                </a:lnTo>
                <a:lnTo>
                  <a:pt x="0" y="3184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73706" y="3589341"/>
            <a:ext cx="8712135" cy="127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3"/>
              </a:lnSpc>
            </a:pPr>
            <a:r>
              <a:rPr lang="en-US" sz="7302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ARIANA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30223" y="3561774"/>
            <a:ext cx="1687869" cy="127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3"/>
              </a:lnSpc>
            </a:pPr>
            <a:r>
              <a:rPr lang="en-US" sz="7302">
                <a:solidFill>
                  <a:srgbClr val="4DB5FF"/>
                </a:solidFill>
                <a:latin typeface="Saved By Zero"/>
                <a:ea typeface="Saved By Zero"/>
                <a:cs typeface="Saved By Zero"/>
                <a:sym typeface="Saved By Zero"/>
              </a:rPr>
              <a:t>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4220" y="8892540"/>
            <a:ext cx="229521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Presented by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57353" y="8868738"/>
            <a:ext cx="5305548" cy="3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ARIANNE MAE APOSTOL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7601" y="5412895"/>
            <a:ext cx="11444313" cy="2002755"/>
            <a:chOff x="0" y="0"/>
            <a:chExt cx="15259084" cy="26703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59084" cy="2670340"/>
            </a:xfrm>
            <a:custGeom>
              <a:avLst/>
              <a:gdLst/>
              <a:ahLst/>
              <a:cxnLst/>
              <a:rect r="r" b="b" t="t" l="l"/>
              <a:pathLst>
                <a:path h="2670340" w="15259084">
                  <a:moveTo>
                    <a:pt x="0" y="0"/>
                  </a:moveTo>
                  <a:lnTo>
                    <a:pt x="15259084" y="0"/>
                  </a:lnTo>
                  <a:lnTo>
                    <a:pt x="15259084" y="2670340"/>
                  </a:lnTo>
                  <a:lnTo>
                    <a:pt x="0" y="2670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5400000">
              <a:off x="7414835" y="-5504992"/>
              <a:ext cx="666916" cy="13680323"/>
            </a:xfrm>
            <a:custGeom>
              <a:avLst/>
              <a:gdLst/>
              <a:ahLst/>
              <a:cxnLst/>
              <a:rect r="r" b="b" t="t" l="l"/>
              <a:pathLst>
                <a:path h="13680323" w="666916">
                  <a:moveTo>
                    <a:pt x="0" y="0"/>
                  </a:moveTo>
                  <a:lnTo>
                    <a:pt x="666916" y="0"/>
                  </a:lnTo>
                  <a:lnTo>
                    <a:pt x="666916" y="13680323"/>
                  </a:lnTo>
                  <a:lnTo>
                    <a:pt x="0" y="13680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84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66595" y="5166829"/>
            <a:ext cx="9842904" cy="90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Your Friendly Chatbot Helper — Ask Anything, 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Get Answers Fast! 🚀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54883" y="2441968"/>
            <a:ext cx="11926299" cy="341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6"/>
              </a:lnSpc>
            </a:pPr>
            <a:r>
              <a:rPr lang="en-US" sz="9790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WHAT IS ARIANNA AI?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839292" y="2818792"/>
            <a:ext cx="7988174" cy="8229600"/>
          </a:xfrm>
          <a:custGeom>
            <a:avLst/>
            <a:gdLst/>
            <a:ahLst/>
            <a:cxnLst/>
            <a:rect r="r" b="b" t="t" l="l"/>
            <a:pathLst>
              <a:path h="8229600" w="7988174">
                <a:moveTo>
                  <a:pt x="0" y="0"/>
                </a:moveTo>
                <a:lnTo>
                  <a:pt x="7988174" y="0"/>
                </a:lnTo>
                <a:lnTo>
                  <a:pt x="79881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533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305872" y="3063723"/>
            <a:ext cx="6328659" cy="8229600"/>
          </a:xfrm>
          <a:custGeom>
            <a:avLst/>
            <a:gdLst/>
            <a:ahLst/>
            <a:cxnLst/>
            <a:rect r="r" b="b" t="t" l="l"/>
            <a:pathLst>
              <a:path h="8229600" w="6328659">
                <a:moveTo>
                  <a:pt x="6328659" y="0"/>
                </a:moveTo>
                <a:lnTo>
                  <a:pt x="0" y="0"/>
                </a:lnTo>
                <a:lnTo>
                  <a:pt x="0" y="8229600"/>
                </a:lnTo>
                <a:lnTo>
                  <a:pt x="6328659" y="8229600"/>
                </a:lnTo>
                <a:lnTo>
                  <a:pt x="6328659" y="0"/>
                </a:lnTo>
                <a:close/>
              </a:path>
            </a:pathLst>
          </a:custGeom>
          <a:blipFill>
            <a:blip r:embed="rId7"/>
            <a:stretch>
              <a:fillRect l="-68833" t="0" r="-26222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12499456" y="-450813"/>
            <a:ext cx="353883" cy="7259148"/>
          </a:xfrm>
          <a:custGeom>
            <a:avLst/>
            <a:gdLst/>
            <a:ahLst/>
            <a:cxnLst/>
            <a:rect r="r" b="b" t="t" l="l"/>
            <a:pathLst>
              <a:path h="7259148" w="353883">
                <a:moveTo>
                  <a:pt x="0" y="0"/>
                </a:moveTo>
                <a:lnTo>
                  <a:pt x="353883" y="0"/>
                </a:lnTo>
                <a:lnTo>
                  <a:pt x="353883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798142" y="2619566"/>
            <a:ext cx="9876219" cy="6913133"/>
            <a:chOff x="0" y="0"/>
            <a:chExt cx="997889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75" y="0"/>
              <a:ext cx="987739" cy="698500"/>
            </a:xfrm>
            <a:custGeom>
              <a:avLst/>
              <a:gdLst/>
              <a:ahLst/>
              <a:cxnLst/>
              <a:rect r="r" b="b" t="t" l="l"/>
              <a:pathLst>
                <a:path h="698500" w="987739">
                  <a:moveTo>
                    <a:pt x="983353" y="365511"/>
                  </a:moveTo>
                  <a:lnTo>
                    <a:pt x="799075" y="682239"/>
                  </a:lnTo>
                  <a:cubicBezTo>
                    <a:pt x="793218" y="692306"/>
                    <a:pt x="782448" y="698500"/>
                    <a:pt x="770800" y="698500"/>
                  </a:cubicBezTo>
                  <a:lnTo>
                    <a:pt x="216938" y="698500"/>
                  </a:lnTo>
                  <a:cubicBezTo>
                    <a:pt x="205291" y="698500"/>
                    <a:pt x="194521" y="692306"/>
                    <a:pt x="188664" y="682239"/>
                  </a:cubicBezTo>
                  <a:lnTo>
                    <a:pt x="4386" y="365511"/>
                  </a:lnTo>
                  <a:cubicBezTo>
                    <a:pt x="-1462" y="355459"/>
                    <a:pt x="-1462" y="343041"/>
                    <a:pt x="4386" y="332989"/>
                  </a:cubicBezTo>
                  <a:lnTo>
                    <a:pt x="188664" y="16261"/>
                  </a:lnTo>
                  <a:cubicBezTo>
                    <a:pt x="194521" y="6194"/>
                    <a:pt x="205291" y="0"/>
                    <a:pt x="216938" y="0"/>
                  </a:cubicBezTo>
                  <a:lnTo>
                    <a:pt x="770800" y="0"/>
                  </a:lnTo>
                  <a:cubicBezTo>
                    <a:pt x="782448" y="0"/>
                    <a:pt x="793218" y="6194"/>
                    <a:pt x="799075" y="16261"/>
                  </a:cubicBezTo>
                  <a:lnTo>
                    <a:pt x="983353" y="332989"/>
                  </a:lnTo>
                  <a:cubicBezTo>
                    <a:pt x="989201" y="343041"/>
                    <a:pt x="989201" y="355459"/>
                    <a:pt x="983353" y="365511"/>
                  </a:cubicBezTo>
                  <a:close/>
                </a:path>
              </a:pathLst>
            </a:custGeom>
            <a:blipFill>
              <a:blip r:embed="rId8"/>
              <a:stretch>
                <a:fillRect l="-1395" t="0" r="-4680" b="0"/>
              </a:stretch>
            </a:blipFill>
            <a:ln w="76200" cap="rnd">
              <a:gradFill>
                <a:gsLst>
                  <a:gs pos="0">
                    <a:srgbClr val="03152D">
                      <a:alpha val="100000"/>
                    </a:srgbClr>
                  </a:gs>
                  <a:gs pos="100000">
                    <a:srgbClr val="3FA9F5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23798" y="3048956"/>
            <a:ext cx="9543724" cy="5280287"/>
            <a:chOff x="0" y="0"/>
            <a:chExt cx="12724965" cy="704038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724965" cy="7040382"/>
              <a:chOff x="0" y="0"/>
              <a:chExt cx="2170433" cy="120084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70433" cy="1200842"/>
              </a:xfrm>
              <a:custGeom>
                <a:avLst/>
                <a:gdLst/>
                <a:ahLst/>
                <a:cxnLst/>
                <a:rect r="r" b="b" t="t" l="l"/>
                <a:pathLst>
                  <a:path h="1200842" w="2170433">
                    <a:moveTo>
                      <a:pt x="25300" y="0"/>
                    </a:moveTo>
                    <a:lnTo>
                      <a:pt x="2145133" y="0"/>
                    </a:lnTo>
                    <a:cubicBezTo>
                      <a:pt x="2151843" y="0"/>
                      <a:pt x="2158278" y="2665"/>
                      <a:pt x="2163023" y="7410"/>
                    </a:cubicBezTo>
                    <a:cubicBezTo>
                      <a:pt x="2167767" y="12155"/>
                      <a:pt x="2170433" y="18590"/>
                      <a:pt x="2170433" y="25300"/>
                    </a:cubicBezTo>
                    <a:lnTo>
                      <a:pt x="2170433" y="1175543"/>
                    </a:lnTo>
                    <a:cubicBezTo>
                      <a:pt x="2170433" y="1189515"/>
                      <a:pt x="2159106" y="1200842"/>
                      <a:pt x="2145133" y="1200842"/>
                    </a:cubicBezTo>
                    <a:lnTo>
                      <a:pt x="25300" y="1200842"/>
                    </a:lnTo>
                    <a:cubicBezTo>
                      <a:pt x="18590" y="1200842"/>
                      <a:pt x="12155" y="1198177"/>
                      <a:pt x="7410" y="1193432"/>
                    </a:cubicBezTo>
                    <a:cubicBezTo>
                      <a:pt x="2665" y="1188688"/>
                      <a:pt x="0" y="1182253"/>
                      <a:pt x="0" y="1175543"/>
                    </a:cubicBezTo>
                    <a:lnTo>
                      <a:pt x="0" y="25300"/>
                    </a:lnTo>
                    <a:cubicBezTo>
                      <a:pt x="0" y="18590"/>
                      <a:pt x="2665" y="12155"/>
                      <a:pt x="7410" y="7410"/>
                    </a:cubicBezTo>
                    <a:cubicBezTo>
                      <a:pt x="12155" y="2665"/>
                      <a:pt x="18590" y="0"/>
                      <a:pt x="253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FA9F5">
                      <a:alpha val="100000"/>
                    </a:srgbClr>
                  </a:gs>
                  <a:gs pos="100000">
                    <a:srgbClr val="002950">
                      <a:alpha val="100000"/>
                    </a:srgbClr>
                  </a:gs>
                </a:gsLst>
                <a:lin ang="540000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170433" cy="12579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52331" y="382533"/>
              <a:ext cx="6933992" cy="1947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4"/>
                </a:lnSpc>
              </a:pPr>
              <a:r>
                <a:rPr lang="en-US" sz="4288" b="true">
                  <a:solidFill>
                    <a:srgbClr val="03152D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MEET ARIANNA!</a:t>
              </a:r>
            </a:p>
            <a:p>
              <a:pPr algn="l">
                <a:lnSpc>
                  <a:spcPts val="6004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83874" y="1799780"/>
              <a:ext cx="9833525" cy="3324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04"/>
                </a:lnSpc>
                <a:spcBef>
                  <a:spcPct val="0"/>
                </a:spcBef>
              </a:pPr>
              <a:r>
                <a:rPr lang="en-US" sz="3574">
                  <a:solidFill>
                    <a:srgbClr val="FFFFFF"/>
                  </a:solidFill>
                  <a:latin typeface="TT Supermolot Neue Expanded"/>
                  <a:ea typeface="TT Supermolot Neue Expanded"/>
                  <a:cs typeface="TT Supermolot Neue Expanded"/>
                  <a:sym typeface="TT Supermolot Neue Expanded"/>
                </a:rPr>
                <a:t>Arianna AI</a:t>
              </a:r>
              <a:r>
                <a:rPr lang="en-US" sz="3574">
                  <a:solidFill>
                    <a:srgbClr val="FFFFFF"/>
                  </a:solidFill>
                  <a:latin typeface="TT Supermolot Neue Expanded"/>
                  <a:ea typeface="TT Supermolot Neue Expanded"/>
                  <a:cs typeface="TT Supermolot Neue Expanded"/>
                  <a:sym typeface="TT Supermolot Neue Expanded"/>
                </a:rPr>
                <a:t> is a smart chatbot  like a super-helpful friend you can chat with on a computer anytime you need help!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49406" y="2779155"/>
            <a:ext cx="9543724" cy="5280287"/>
            <a:chOff x="0" y="0"/>
            <a:chExt cx="2170433" cy="1200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0433" cy="1200842"/>
            </a:xfrm>
            <a:custGeom>
              <a:avLst/>
              <a:gdLst/>
              <a:ahLst/>
              <a:cxnLst/>
              <a:rect r="r" b="b" t="t" l="l"/>
              <a:pathLst>
                <a:path h="1200842" w="2170433">
                  <a:moveTo>
                    <a:pt x="22714" y="0"/>
                  </a:moveTo>
                  <a:lnTo>
                    <a:pt x="2147719" y="0"/>
                  </a:lnTo>
                  <a:cubicBezTo>
                    <a:pt x="2153743" y="0"/>
                    <a:pt x="2159520" y="2393"/>
                    <a:pt x="2163780" y="6653"/>
                  </a:cubicBezTo>
                  <a:cubicBezTo>
                    <a:pt x="2168040" y="10912"/>
                    <a:pt x="2170433" y="16690"/>
                    <a:pt x="2170433" y="22714"/>
                  </a:cubicBezTo>
                  <a:lnTo>
                    <a:pt x="2170433" y="1178128"/>
                  </a:lnTo>
                  <a:cubicBezTo>
                    <a:pt x="2170433" y="1190673"/>
                    <a:pt x="2160263" y="1200842"/>
                    <a:pt x="2147719" y="1200842"/>
                  </a:cubicBezTo>
                  <a:lnTo>
                    <a:pt x="22714" y="1200842"/>
                  </a:lnTo>
                  <a:cubicBezTo>
                    <a:pt x="16690" y="1200842"/>
                    <a:pt x="10912" y="1198449"/>
                    <a:pt x="6653" y="1194190"/>
                  </a:cubicBezTo>
                  <a:cubicBezTo>
                    <a:pt x="2393" y="1189930"/>
                    <a:pt x="0" y="1184153"/>
                    <a:pt x="0" y="1178128"/>
                  </a:cubicBezTo>
                  <a:lnTo>
                    <a:pt x="0" y="22714"/>
                  </a:lnTo>
                  <a:cubicBezTo>
                    <a:pt x="0" y="16690"/>
                    <a:pt x="2393" y="10912"/>
                    <a:pt x="6653" y="6653"/>
                  </a:cubicBezTo>
                  <a:cubicBezTo>
                    <a:pt x="10912" y="2393"/>
                    <a:pt x="16690" y="0"/>
                    <a:pt x="227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170433" cy="1257992"/>
            </a:xfrm>
            <a:prstGeom prst="rect">
              <a:avLst/>
            </a:prstGeom>
          </p:spPr>
          <p:txBody>
            <a:bodyPr anchor="ctr" rtlCol="false" tIns="56583" lIns="56583" bIns="56583" rIns="565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68351" y="3184629"/>
            <a:ext cx="1369751" cy="136975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12652585" y="-603943"/>
            <a:ext cx="47625" cy="7259148"/>
          </a:xfrm>
          <a:custGeom>
            <a:avLst/>
            <a:gdLst/>
            <a:ahLst/>
            <a:cxnLst/>
            <a:rect r="r" b="b" t="t" l="l"/>
            <a:pathLst>
              <a:path h="7259148" w="47625">
                <a:moveTo>
                  <a:pt x="0" y="0"/>
                </a:moveTo>
                <a:lnTo>
                  <a:pt x="47625" y="0"/>
                </a:lnTo>
                <a:lnTo>
                  <a:pt x="47625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-643062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2798142" y="2619566"/>
            <a:ext cx="9876219" cy="6913133"/>
            <a:chOff x="0" y="0"/>
            <a:chExt cx="997889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75" y="0"/>
              <a:ext cx="987739" cy="698500"/>
            </a:xfrm>
            <a:custGeom>
              <a:avLst/>
              <a:gdLst/>
              <a:ahLst/>
              <a:cxnLst/>
              <a:rect r="r" b="b" t="t" l="l"/>
              <a:pathLst>
                <a:path h="698500" w="987739">
                  <a:moveTo>
                    <a:pt x="983353" y="365511"/>
                  </a:moveTo>
                  <a:lnTo>
                    <a:pt x="799075" y="682239"/>
                  </a:lnTo>
                  <a:cubicBezTo>
                    <a:pt x="793218" y="692306"/>
                    <a:pt x="782448" y="698500"/>
                    <a:pt x="770800" y="698500"/>
                  </a:cubicBezTo>
                  <a:lnTo>
                    <a:pt x="216938" y="698500"/>
                  </a:lnTo>
                  <a:cubicBezTo>
                    <a:pt x="205291" y="698500"/>
                    <a:pt x="194521" y="692306"/>
                    <a:pt x="188664" y="682239"/>
                  </a:cubicBezTo>
                  <a:lnTo>
                    <a:pt x="4386" y="365511"/>
                  </a:lnTo>
                  <a:cubicBezTo>
                    <a:pt x="-1462" y="355459"/>
                    <a:pt x="-1462" y="343041"/>
                    <a:pt x="4386" y="332989"/>
                  </a:cubicBezTo>
                  <a:lnTo>
                    <a:pt x="188664" y="16261"/>
                  </a:lnTo>
                  <a:cubicBezTo>
                    <a:pt x="194521" y="6194"/>
                    <a:pt x="205291" y="0"/>
                    <a:pt x="216938" y="0"/>
                  </a:cubicBezTo>
                  <a:lnTo>
                    <a:pt x="770800" y="0"/>
                  </a:lnTo>
                  <a:cubicBezTo>
                    <a:pt x="782448" y="0"/>
                    <a:pt x="793218" y="6194"/>
                    <a:pt x="799075" y="16261"/>
                  </a:cubicBezTo>
                  <a:lnTo>
                    <a:pt x="983353" y="332989"/>
                  </a:lnTo>
                  <a:cubicBezTo>
                    <a:pt x="989201" y="343041"/>
                    <a:pt x="989201" y="355459"/>
                    <a:pt x="983353" y="365511"/>
                  </a:cubicBezTo>
                  <a:close/>
                </a:path>
              </a:pathLst>
            </a:custGeom>
            <a:blipFill>
              <a:blip r:embed="rId8"/>
              <a:stretch>
                <a:fillRect l="-1395" t="0" r="-4680" b="0"/>
              </a:stretch>
            </a:blipFill>
            <a:ln w="76200" cap="rnd">
              <a:gradFill>
                <a:gsLst>
                  <a:gs pos="0">
                    <a:srgbClr val="03152D">
                      <a:alpha val="100000"/>
                    </a:srgbClr>
                  </a:gs>
                  <a:gs pos="100000">
                    <a:srgbClr val="3FA9F5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630627" y="3480159"/>
            <a:ext cx="845198" cy="773357"/>
          </a:xfrm>
          <a:custGeom>
            <a:avLst/>
            <a:gdLst/>
            <a:ahLst/>
            <a:cxnLst/>
            <a:rect r="r" b="b" t="t" l="l"/>
            <a:pathLst>
              <a:path h="773357" w="845198">
                <a:moveTo>
                  <a:pt x="0" y="0"/>
                </a:moveTo>
                <a:lnTo>
                  <a:pt x="845198" y="0"/>
                </a:lnTo>
                <a:lnTo>
                  <a:pt x="845198" y="773357"/>
                </a:lnTo>
                <a:lnTo>
                  <a:pt x="0" y="7733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37312" y="4716305"/>
            <a:ext cx="7375143" cy="188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Ju</a:t>
            </a: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st type your question like sending a text message, and Arianna replies right away!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28376" y="3089379"/>
            <a:ext cx="5200494" cy="223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</a:pPr>
            <a:r>
              <a:rPr lang="en-US" sz="4288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YOU TALK, SHE LISTENS</a:t>
            </a:r>
          </a:p>
          <a:p>
            <a:pPr algn="l">
              <a:lnSpc>
                <a:spcPts val="60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49406" y="2779155"/>
            <a:ext cx="9543724" cy="5280287"/>
            <a:chOff x="0" y="0"/>
            <a:chExt cx="2170433" cy="1200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0433" cy="1200842"/>
            </a:xfrm>
            <a:custGeom>
              <a:avLst/>
              <a:gdLst/>
              <a:ahLst/>
              <a:cxnLst/>
              <a:rect r="r" b="b" t="t" l="l"/>
              <a:pathLst>
                <a:path h="1200842" w="2170433">
                  <a:moveTo>
                    <a:pt x="22714" y="0"/>
                  </a:moveTo>
                  <a:lnTo>
                    <a:pt x="2147719" y="0"/>
                  </a:lnTo>
                  <a:cubicBezTo>
                    <a:pt x="2153743" y="0"/>
                    <a:pt x="2159520" y="2393"/>
                    <a:pt x="2163780" y="6653"/>
                  </a:cubicBezTo>
                  <a:cubicBezTo>
                    <a:pt x="2168040" y="10912"/>
                    <a:pt x="2170433" y="16690"/>
                    <a:pt x="2170433" y="22714"/>
                  </a:cubicBezTo>
                  <a:lnTo>
                    <a:pt x="2170433" y="1178128"/>
                  </a:lnTo>
                  <a:cubicBezTo>
                    <a:pt x="2170433" y="1190673"/>
                    <a:pt x="2160263" y="1200842"/>
                    <a:pt x="2147719" y="1200842"/>
                  </a:cubicBezTo>
                  <a:lnTo>
                    <a:pt x="22714" y="1200842"/>
                  </a:lnTo>
                  <a:cubicBezTo>
                    <a:pt x="16690" y="1200842"/>
                    <a:pt x="10912" y="1198449"/>
                    <a:pt x="6653" y="1194190"/>
                  </a:cubicBezTo>
                  <a:cubicBezTo>
                    <a:pt x="2393" y="1189930"/>
                    <a:pt x="0" y="1184153"/>
                    <a:pt x="0" y="1178128"/>
                  </a:cubicBezTo>
                  <a:lnTo>
                    <a:pt x="0" y="22714"/>
                  </a:lnTo>
                  <a:cubicBezTo>
                    <a:pt x="0" y="16690"/>
                    <a:pt x="2393" y="10912"/>
                    <a:pt x="6653" y="6653"/>
                  </a:cubicBezTo>
                  <a:cubicBezTo>
                    <a:pt x="10912" y="2393"/>
                    <a:pt x="16690" y="0"/>
                    <a:pt x="227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170433" cy="1257992"/>
            </a:xfrm>
            <a:prstGeom prst="rect">
              <a:avLst/>
            </a:prstGeom>
          </p:spPr>
          <p:txBody>
            <a:bodyPr anchor="ctr" rtlCol="false" tIns="56583" lIns="56583" bIns="56583" rIns="565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68351" y="3184629"/>
            <a:ext cx="1369751" cy="136975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12652585" y="-603943"/>
            <a:ext cx="47625" cy="7259148"/>
          </a:xfrm>
          <a:custGeom>
            <a:avLst/>
            <a:gdLst/>
            <a:ahLst/>
            <a:cxnLst/>
            <a:rect r="r" b="b" t="t" l="l"/>
            <a:pathLst>
              <a:path h="7259148" w="47625">
                <a:moveTo>
                  <a:pt x="0" y="0"/>
                </a:moveTo>
                <a:lnTo>
                  <a:pt x="47625" y="0"/>
                </a:lnTo>
                <a:lnTo>
                  <a:pt x="47625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-643062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2798142" y="2619566"/>
            <a:ext cx="9876219" cy="6913133"/>
            <a:chOff x="0" y="0"/>
            <a:chExt cx="997889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75" y="0"/>
              <a:ext cx="987739" cy="698500"/>
            </a:xfrm>
            <a:custGeom>
              <a:avLst/>
              <a:gdLst/>
              <a:ahLst/>
              <a:cxnLst/>
              <a:rect r="r" b="b" t="t" l="l"/>
              <a:pathLst>
                <a:path h="698500" w="987739">
                  <a:moveTo>
                    <a:pt x="983353" y="365511"/>
                  </a:moveTo>
                  <a:lnTo>
                    <a:pt x="799075" y="682239"/>
                  </a:lnTo>
                  <a:cubicBezTo>
                    <a:pt x="793218" y="692306"/>
                    <a:pt x="782448" y="698500"/>
                    <a:pt x="770800" y="698500"/>
                  </a:cubicBezTo>
                  <a:lnTo>
                    <a:pt x="216938" y="698500"/>
                  </a:lnTo>
                  <a:cubicBezTo>
                    <a:pt x="205291" y="698500"/>
                    <a:pt x="194521" y="692306"/>
                    <a:pt x="188664" y="682239"/>
                  </a:cubicBezTo>
                  <a:lnTo>
                    <a:pt x="4386" y="365511"/>
                  </a:lnTo>
                  <a:cubicBezTo>
                    <a:pt x="-1462" y="355459"/>
                    <a:pt x="-1462" y="343041"/>
                    <a:pt x="4386" y="332989"/>
                  </a:cubicBezTo>
                  <a:lnTo>
                    <a:pt x="188664" y="16261"/>
                  </a:lnTo>
                  <a:cubicBezTo>
                    <a:pt x="194521" y="6194"/>
                    <a:pt x="205291" y="0"/>
                    <a:pt x="216938" y="0"/>
                  </a:cubicBezTo>
                  <a:lnTo>
                    <a:pt x="770800" y="0"/>
                  </a:lnTo>
                  <a:cubicBezTo>
                    <a:pt x="782448" y="0"/>
                    <a:pt x="793218" y="6194"/>
                    <a:pt x="799075" y="16261"/>
                  </a:cubicBezTo>
                  <a:lnTo>
                    <a:pt x="983353" y="332989"/>
                  </a:lnTo>
                  <a:cubicBezTo>
                    <a:pt x="989201" y="343041"/>
                    <a:pt x="989201" y="355459"/>
                    <a:pt x="983353" y="365511"/>
                  </a:cubicBezTo>
                  <a:close/>
                </a:path>
              </a:pathLst>
            </a:custGeom>
            <a:blipFill>
              <a:blip r:embed="rId8"/>
              <a:stretch>
                <a:fillRect l="-1395" t="0" r="-4680" b="0"/>
              </a:stretch>
            </a:blipFill>
            <a:ln w="76200" cap="rnd">
              <a:gradFill>
                <a:gsLst>
                  <a:gs pos="0">
                    <a:srgbClr val="03152D">
                      <a:alpha val="100000"/>
                    </a:srgbClr>
                  </a:gs>
                  <a:gs pos="100000">
                    <a:srgbClr val="3FA9F5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653115" y="3413321"/>
            <a:ext cx="800223" cy="912369"/>
          </a:xfrm>
          <a:custGeom>
            <a:avLst/>
            <a:gdLst/>
            <a:ahLst/>
            <a:cxnLst/>
            <a:rect r="r" b="b" t="t" l="l"/>
            <a:pathLst>
              <a:path h="912369" w="800223">
                <a:moveTo>
                  <a:pt x="0" y="0"/>
                </a:moveTo>
                <a:lnTo>
                  <a:pt x="800223" y="0"/>
                </a:lnTo>
                <a:lnTo>
                  <a:pt x="800223" y="912368"/>
                </a:lnTo>
                <a:lnTo>
                  <a:pt x="0" y="912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37312" y="4716305"/>
            <a:ext cx="7375143" cy="188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</a:t>
            </a: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rianna uses Google Gemini  one of the smartest AI brains in the world  to think and answer you.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28376" y="3089379"/>
            <a:ext cx="5200494" cy="223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</a:pPr>
            <a:r>
              <a:rPr lang="en-US" sz="4288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POWERED BY A SMART BRAIN</a:t>
            </a:r>
          </a:p>
          <a:p>
            <a:pPr algn="l">
              <a:lnSpc>
                <a:spcPts val="60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03034" y="-483782"/>
            <a:ext cx="8283781" cy="7624530"/>
          </a:xfrm>
          <a:custGeom>
            <a:avLst/>
            <a:gdLst/>
            <a:ahLst/>
            <a:cxnLst/>
            <a:rect r="r" b="b" t="t" l="l"/>
            <a:pathLst>
              <a:path h="7624530" w="8283781">
                <a:moveTo>
                  <a:pt x="0" y="0"/>
                </a:moveTo>
                <a:lnTo>
                  <a:pt x="8283782" y="0"/>
                </a:lnTo>
                <a:lnTo>
                  <a:pt x="8283782" y="7624531"/>
                </a:lnTo>
                <a:lnTo>
                  <a:pt x="0" y="7624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71193" y="-5852602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7" y="0"/>
                </a:lnTo>
                <a:lnTo>
                  <a:pt x="12202147" y="10407415"/>
                </a:lnTo>
                <a:lnTo>
                  <a:pt x="0" y="1040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722503" y="2752725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8" y="0"/>
                </a:lnTo>
                <a:lnTo>
                  <a:pt x="12202148" y="10407415"/>
                </a:lnTo>
                <a:lnTo>
                  <a:pt x="0" y="1040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11074" y="7392749"/>
            <a:ext cx="2441409" cy="3184447"/>
          </a:xfrm>
          <a:custGeom>
            <a:avLst/>
            <a:gdLst/>
            <a:ahLst/>
            <a:cxnLst/>
            <a:rect r="r" b="b" t="t" l="l"/>
            <a:pathLst>
              <a:path h="3184447" w="2441409">
                <a:moveTo>
                  <a:pt x="0" y="0"/>
                </a:moveTo>
                <a:lnTo>
                  <a:pt x="2441409" y="0"/>
                </a:lnTo>
                <a:lnTo>
                  <a:pt x="2441409" y="3184447"/>
                </a:lnTo>
                <a:lnTo>
                  <a:pt x="0" y="3184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42635" y="2752725"/>
            <a:ext cx="7965567" cy="8229600"/>
          </a:xfrm>
          <a:custGeom>
            <a:avLst/>
            <a:gdLst/>
            <a:ahLst/>
            <a:cxnLst/>
            <a:rect r="r" b="b" t="t" l="l"/>
            <a:pathLst>
              <a:path h="8229600" w="7965567">
                <a:moveTo>
                  <a:pt x="0" y="0"/>
                </a:moveTo>
                <a:lnTo>
                  <a:pt x="7965567" y="0"/>
                </a:lnTo>
                <a:lnTo>
                  <a:pt x="79655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027" y="2384162"/>
            <a:ext cx="12001166" cy="450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7"/>
              </a:lnSpc>
            </a:pPr>
            <a:r>
              <a:rPr lang="en-US" sz="8491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THE PROBLEM WE'RE SOLVING</a:t>
            </a:r>
          </a:p>
          <a:p>
            <a:pPr algn="l">
              <a:lnSpc>
                <a:spcPts val="11887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39292" y="2818792"/>
            <a:ext cx="7988174" cy="8229600"/>
          </a:xfrm>
          <a:custGeom>
            <a:avLst/>
            <a:gdLst/>
            <a:ahLst/>
            <a:cxnLst/>
            <a:rect r="r" b="b" t="t" l="l"/>
            <a:pathLst>
              <a:path h="8229600" w="7988174">
                <a:moveTo>
                  <a:pt x="0" y="0"/>
                </a:moveTo>
                <a:lnTo>
                  <a:pt x="7988174" y="0"/>
                </a:lnTo>
                <a:lnTo>
                  <a:pt x="79881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533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76069" y="1643789"/>
            <a:ext cx="13050742" cy="7479333"/>
            <a:chOff x="0" y="0"/>
            <a:chExt cx="2095358" cy="1200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5358" cy="1200842"/>
            </a:xfrm>
            <a:custGeom>
              <a:avLst/>
              <a:gdLst/>
              <a:ahLst/>
              <a:cxnLst/>
              <a:rect r="r" b="b" t="t" l="l"/>
              <a:pathLst>
                <a:path h="1200842" w="2095358">
                  <a:moveTo>
                    <a:pt x="16610" y="0"/>
                  </a:moveTo>
                  <a:lnTo>
                    <a:pt x="2078748" y="0"/>
                  </a:lnTo>
                  <a:cubicBezTo>
                    <a:pt x="2083153" y="0"/>
                    <a:pt x="2087378" y="1750"/>
                    <a:pt x="2090493" y="4865"/>
                  </a:cubicBezTo>
                  <a:cubicBezTo>
                    <a:pt x="2093608" y="7980"/>
                    <a:pt x="2095358" y="12205"/>
                    <a:pt x="2095358" y="16610"/>
                  </a:cubicBezTo>
                  <a:lnTo>
                    <a:pt x="2095358" y="1184232"/>
                  </a:lnTo>
                  <a:cubicBezTo>
                    <a:pt x="2095358" y="1193406"/>
                    <a:pt x="2087922" y="1200842"/>
                    <a:pt x="2078748" y="1200842"/>
                  </a:cubicBezTo>
                  <a:lnTo>
                    <a:pt x="16610" y="1200842"/>
                  </a:lnTo>
                  <a:cubicBezTo>
                    <a:pt x="12205" y="1200842"/>
                    <a:pt x="7980" y="1199092"/>
                    <a:pt x="4865" y="1195977"/>
                  </a:cubicBezTo>
                  <a:cubicBezTo>
                    <a:pt x="1750" y="1192862"/>
                    <a:pt x="0" y="1188637"/>
                    <a:pt x="0" y="1184232"/>
                  </a:cubicBezTo>
                  <a:lnTo>
                    <a:pt x="0" y="16610"/>
                  </a:lnTo>
                  <a:cubicBezTo>
                    <a:pt x="0" y="12205"/>
                    <a:pt x="1750" y="7980"/>
                    <a:pt x="4865" y="4865"/>
                  </a:cubicBezTo>
                  <a:cubicBezTo>
                    <a:pt x="7980" y="1750"/>
                    <a:pt x="12205" y="0"/>
                    <a:pt x="16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95358" cy="1257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0557" y="1848584"/>
            <a:ext cx="2161077" cy="21610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93393" y="2272914"/>
            <a:ext cx="8579734" cy="258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0"/>
              </a:lnSpc>
            </a:pPr>
            <a:r>
              <a:rPr lang="en-US" sz="497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GETTING HELP CAN BE HARD!</a:t>
            </a:r>
          </a:p>
          <a:p>
            <a:pPr algn="l">
              <a:lnSpc>
                <a:spcPts val="697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901122" y="2283095"/>
            <a:ext cx="1459948" cy="1292054"/>
          </a:xfrm>
          <a:custGeom>
            <a:avLst/>
            <a:gdLst/>
            <a:ahLst/>
            <a:cxnLst/>
            <a:rect r="r" b="b" t="t" l="l"/>
            <a:pathLst>
              <a:path h="1292054" w="1459948">
                <a:moveTo>
                  <a:pt x="0" y="0"/>
                </a:moveTo>
                <a:lnTo>
                  <a:pt x="1459948" y="0"/>
                </a:lnTo>
                <a:lnTo>
                  <a:pt x="1459948" y="1292054"/>
                </a:lnTo>
                <a:lnTo>
                  <a:pt x="0" y="1292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61161" y="4248958"/>
            <a:ext cx="10454958" cy="425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  <a:spcBef>
                <a:spcPct val="0"/>
              </a:spcBef>
            </a:pP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Imagine 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you need help with homework or a question, but your teacher is busy, and searching </a:t>
            </a:r>
            <a:r>
              <a:rPr lang="en-US" b="true" sz="3448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Google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gives you</a:t>
            </a:r>
            <a:r>
              <a:rPr lang="en-US" b="true" sz="3448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1,000 complicated pages.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That's annoying! 😤</a:t>
            </a:r>
          </a:p>
          <a:p>
            <a:pPr algn="l">
              <a:lnSpc>
                <a:spcPts val="4828"/>
              </a:lnSpc>
              <a:spcBef>
                <a:spcPct val="0"/>
              </a:spcBef>
            </a:pP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Sometimes you just want a simple, friendly answer  not a textbook!</a:t>
            </a:r>
          </a:p>
          <a:p>
            <a:pPr algn="l">
              <a:lnSpc>
                <a:spcPts val="48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76069" y="1643789"/>
            <a:ext cx="13050742" cy="7479333"/>
            <a:chOff x="0" y="0"/>
            <a:chExt cx="2095358" cy="1200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5358" cy="1200842"/>
            </a:xfrm>
            <a:custGeom>
              <a:avLst/>
              <a:gdLst/>
              <a:ahLst/>
              <a:cxnLst/>
              <a:rect r="r" b="b" t="t" l="l"/>
              <a:pathLst>
                <a:path h="1200842" w="2095358">
                  <a:moveTo>
                    <a:pt x="16610" y="0"/>
                  </a:moveTo>
                  <a:lnTo>
                    <a:pt x="2078748" y="0"/>
                  </a:lnTo>
                  <a:cubicBezTo>
                    <a:pt x="2083153" y="0"/>
                    <a:pt x="2087378" y="1750"/>
                    <a:pt x="2090493" y="4865"/>
                  </a:cubicBezTo>
                  <a:cubicBezTo>
                    <a:pt x="2093608" y="7980"/>
                    <a:pt x="2095358" y="12205"/>
                    <a:pt x="2095358" y="16610"/>
                  </a:cubicBezTo>
                  <a:lnTo>
                    <a:pt x="2095358" y="1184232"/>
                  </a:lnTo>
                  <a:cubicBezTo>
                    <a:pt x="2095358" y="1193406"/>
                    <a:pt x="2087922" y="1200842"/>
                    <a:pt x="2078748" y="1200842"/>
                  </a:cubicBezTo>
                  <a:lnTo>
                    <a:pt x="16610" y="1200842"/>
                  </a:lnTo>
                  <a:cubicBezTo>
                    <a:pt x="12205" y="1200842"/>
                    <a:pt x="7980" y="1199092"/>
                    <a:pt x="4865" y="1195977"/>
                  </a:cubicBezTo>
                  <a:cubicBezTo>
                    <a:pt x="1750" y="1192862"/>
                    <a:pt x="0" y="1188637"/>
                    <a:pt x="0" y="1184232"/>
                  </a:cubicBezTo>
                  <a:lnTo>
                    <a:pt x="0" y="16610"/>
                  </a:lnTo>
                  <a:cubicBezTo>
                    <a:pt x="0" y="12205"/>
                    <a:pt x="1750" y="7980"/>
                    <a:pt x="4865" y="4865"/>
                  </a:cubicBezTo>
                  <a:cubicBezTo>
                    <a:pt x="7980" y="1750"/>
                    <a:pt x="12205" y="0"/>
                    <a:pt x="166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95358" cy="1257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0557" y="1848584"/>
            <a:ext cx="2161077" cy="21610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93393" y="2272914"/>
            <a:ext cx="8579734" cy="171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0"/>
              </a:lnSpc>
            </a:pPr>
            <a:r>
              <a:rPr lang="en-US" sz="497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COMMON STRUGGLES</a:t>
            </a:r>
          </a:p>
          <a:p>
            <a:pPr algn="l">
              <a:lnSpc>
                <a:spcPts val="697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383868" y="3866281"/>
            <a:ext cx="10454958" cy="425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633" indent="-372317" lvl="1">
              <a:lnSpc>
                <a:spcPts val="48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48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Too C</a:t>
            </a:r>
            <a:r>
              <a:rPr lang="en-US" b="true" sz="3448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omplicated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: Search engines show confusing results with big fancy w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rds.</a:t>
            </a:r>
          </a:p>
          <a:p>
            <a:pPr algn="l" marL="744633" indent="-372317" lvl="1">
              <a:lnSpc>
                <a:spcPts val="48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48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No One to Ask: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S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om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et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es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there's nobody around to help you right now.</a:t>
            </a:r>
          </a:p>
          <a:p>
            <a:pPr algn="l" marL="744633" indent="-372317" lvl="1">
              <a:lnSpc>
                <a:spcPts val="48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48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Hard AI Tools</a:t>
            </a:r>
            <a:r>
              <a:rPr lang="en-US" sz="344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: Other AI tools are confusing and require lots of setup.</a:t>
            </a:r>
          </a:p>
          <a:p>
            <a:pPr algn="l">
              <a:lnSpc>
                <a:spcPts val="4828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024723" y="2131263"/>
            <a:ext cx="1212746" cy="1595719"/>
          </a:xfrm>
          <a:custGeom>
            <a:avLst/>
            <a:gdLst/>
            <a:ahLst/>
            <a:cxnLst/>
            <a:rect r="r" b="b" t="t" l="l"/>
            <a:pathLst>
              <a:path h="1595719" w="1212746">
                <a:moveTo>
                  <a:pt x="0" y="0"/>
                </a:moveTo>
                <a:lnTo>
                  <a:pt x="1212746" y="0"/>
                </a:lnTo>
                <a:lnTo>
                  <a:pt x="1212746" y="1595718"/>
                </a:lnTo>
                <a:lnTo>
                  <a:pt x="0" y="15957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09690" y="-483782"/>
            <a:ext cx="7077125" cy="6513904"/>
          </a:xfrm>
          <a:custGeom>
            <a:avLst/>
            <a:gdLst/>
            <a:ahLst/>
            <a:cxnLst/>
            <a:rect r="r" b="b" t="t" l="l"/>
            <a:pathLst>
              <a:path h="6513904" w="7077125">
                <a:moveTo>
                  <a:pt x="0" y="0"/>
                </a:moveTo>
                <a:lnTo>
                  <a:pt x="7077126" y="0"/>
                </a:lnTo>
                <a:lnTo>
                  <a:pt x="7077126" y="6513904"/>
                </a:lnTo>
                <a:lnTo>
                  <a:pt x="0" y="6513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609690" y="5893931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8" y="0"/>
                </a:lnTo>
                <a:lnTo>
                  <a:pt x="12202148" y="10407415"/>
                </a:lnTo>
                <a:lnTo>
                  <a:pt x="0" y="1040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693423" y="1851025"/>
            <a:ext cx="8240861" cy="2025605"/>
            <a:chOff x="0" y="0"/>
            <a:chExt cx="2170433" cy="5334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433" cy="533493"/>
            </a:xfrm>
            <a:custGeom>
              <a:avLst/>
              <a:gdLst/>
              <a:ahLst/>
              <a:cxnLst/>
              <a:rect r="r" b="b" t="t" l="l"/>
              <a:pathLst>
                <a:path h="533493" w="2170433">
                  <a:moveTo>
                    <a:pt x="26305" y="0"/>
                  </a:moveTo>
                  <a:lnTo>
                    <a:pt x="2144128" y="0"/>
                  </a:lnTo>
                  <a:cubicBezTo>
                    <a:pt x="2151104" y="0"/>
                    <a:pt x="2157795" y="2771"/>
                    <a:pt x="2162728" y="7704"/>
                  </a:cubicBezTo>
                  <a:cubicBezTo>
                    <a:pt x="2167661" y="12638"/>
                    <a:pt x="2170433" y="19328"/>
                    <a:pt x="2170433" y="26305"/>
                  </a:cubicBezTo>
                  <a:lnTo>
                    <a:pt x="2170433" y="507188"/>
                  </a:lnTo>
                  <a:cubicBezTo>
                    <a:pt x="2170433" y="514164"/>
                    <a:pt x="2167661" y="520855"/>
                    <a:pt x="2162728" y="525788"/>
                  </a:cubicBezTo>
                  <a:cubicBezTo>
                    <a:pt x="2157795" y="530721"/>
                    <a:pt x="2151104" y="533493"/>
                    <a:pt x="2144128" y="533493"/>
                  </a:cubicBezTo>
                  <a:lnTo>
                    <a:pt x="26305" y="533493"/>
                  </a:lnTo>
                  <a:cubicBezTo>
                    <a:pt x="19328" y="533493"/>
                    <a:pt x="12638" y="530721"/>
                    <a:pt x="7704" y="525788"/>
                  </a:cubicBezTo>
                  <a:cubicBezTo>
                    <a:pt x="2771" y="520855"/>
                    <a:pt x="0" y="514164"/>
                    <a:pt x="0" y="507188"/>
                  </a:cubicBezTo>
                  <a:lnTo>
                    <a:pt x="0" y="26305"/>
                  </a:lnTo>
                  <a:cubicBezTo>
                    <a:pt x="0" y="19328"/>
                    <a:pt x="2771" y="12638"/>
                    <a:pt x="7704" y="7704"/>
                  </a:cubicBezTo>
                  <a:cubicBezTo>
                    <a:pt x="12638" y="2771"/>
                    <a:pt x="19328" y="0"/>
                    <a:pt x="263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70433" cy="59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93423" y="4343528"/>
            <a:ext cx="8240861" cy="2025605"/>
            <a:chOff x="0" y="0"/>
            <a:chExt cx="2170433" cy="5334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433" cy="533493"/>
            </a:xfrm>
            <a:custGeom>
              <a:avLst/>
              <a:gdLst/>
              <a:ahLst/>
              <a:cxnLst/>
              <a:rect r="r" b="b" t="t" l="l"/>
              <a:pathLst>
                <a:path h="533493" w="2170433">
                  <a:moveTo>
                    <a:pt x="26305" y="0"/>
                  </a:moveTo>
                  <a:lnTo>
                    <a:pt x="2144128" y="0"/>
                  </a:lnTo>
                  <a:cubicBezTo>
                    <a:pt x="2151104" y="0"/>
                    <a:pt x="2157795" y="2771"/>
                    <a:pt x="2162728" y="7704"/>
                  </a:cubicBezTo>
                  <a:cubicBezTo>
                    <a:pt x="2167661" y="12638"/>
                    <a:pt x="2170433" y="19328"/>
                    <a:pt x="2170433" y="26305"/>
                  </a:cubicBezTo>
                  <a:lnTo>
                    <a:pt x="2170433" y="507188"/>
                  </a:lnTo>
                  <a:cubicBezTo>
                    <a:pt x="2170433" y="514164"/>
                    <a:pt x="2167661" y="520855"/>
                    <a:pt x="2162728" y="525788"/>
                  </a:cubicBezTo>
                  <a:cubicBezTo>
                    <a:pt x="2157795" y="530721"/>
                    <a:pt x="2151104" y="533493"/>
                    <a:pt x="2144128" y="533493"/>
                  </a:cubicBezTo>
                  <a:lnTo>
                    <a:pt x="26305" y="533493"/>
                  </a:lnTo>
                  <a:cubicBezTo>
                    <a:pt x="19328" y="533493"/>
                    <a:pt x="12638" y="530721"/>
                    <a:pt x="7704" y="525788"/>
                  </a:cubicBezTo>
                  <a:cubicBezTo>
                    <a:pt x="2771" y="520855"/>
                    <a:pt x="0" y="514164"/>
                    <a:pt x="0" y="507188"/>
                  </a:cubicBezTo>
                  <a:lnTo>
                    <a:pt x="0" y="26305"/>
                  </a:lnTo>
                  <a:cubicBezTo>
                    <a:pt x="0" y="19328"/>
                    <a:pt x="2771" y="12638"/>
                    <a:pt x="7704" y="7704"/>
                  </a:cubicBezTo>
                  <a:cubicBezTo>
                    <a:pt x="12638" y="2771"/>
                    <a:pt x="19328" y="0"/>
                    <a:pt x="263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433" cy="59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93423" y="6835859"/>
            <a:ext cx="8240861" cy="2025605"/>
            <a:chOff x="0" y="0"/>
            <a:chExt cx="2170433" cy="5334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433" cy="533493"/>
            </a:xfrm>
            <a:custGeom>
              <a:avLst/>
              <a:gdLst/>
              <a:ahLst/>
              <a:cxnLst/>
              <a:rect r="r" b="b" t="t" l="l"/>
              <a:pathLst>
                <a:path h="533493" w="2170433">
                  <a:moveTo>
                    <a:pt x="26305" y="0"/>
                  </a:moveTo>
                  <a:lnTo>
                    <a:pt x="2144128" y="0"/>
                  </a:lnTo>
                  <a:cubicBezTo>
                    <a:pt x="2151104" y="0"/>
                    <a:pt x="2157795" y="2771"/>
                    <a:pt x="2162728" y="7704"/>
                  </a:cubicBezTo>
                  <a:cubicBezTo>
                    <a:pt x="2167661" y="12638"/>
                    <a:pt x="2170433" y="19328"/>
                    <a:pt x="2170433" y="26305"/>
                  </a:cubicBezTo>
                  <a:lnTo>
                    <a:pt x="2170433" y="507188"/>
                  </a:lnTo>
                  <a:cubicBezTo>
                    <a:pt x="2170433" y="514164"/>
                    <a:pt x="2167661" y="520855"/>
                    <a:pt x="2162728" y="525788"/>
                  </a:cubicBezTo>
                  <a:cubicBezTo>
                    <a:pt x="2157795" y="530721"/>
                    <a:pt x="2151104" y="533493"/>
                    <a:pt x="2144128" y="533493"/>
                  </a:cubicBezTo>
                  <a:lnTo>
                    <a:pt x="26305" y="533493"/>
                  </a:lnTo>
                  <a:cubicBezTo>
                    <a:pt x="19328" y="533493"/>
                    <a:pt x="12638" y="530721"/>
                    <a:pt x="7704" y="525788"/>
                  </a:cubicBezTo>
                  <a:cubicBezTo>
                    <a:pt x="2771" y="520855"/>
                    <a:pt x="0" y="514164"/>
                    <a:pt x="0" y="507188"/>
                  </a:cubicBezTo>
                  <a:lnTo>
                    <a:pt x="0" y="26305"/>
                  </a:lnTo>
                  <a:cubicBezTo>
                    <a:pt x="0" y="19328"/>
                    <a:pt x="2771" y="12638"/>
                    <a:pt x="7704" y="7704"/>
                  </a:cubicBezTo>
                  <a:cubicBezTo>
                    <a:pt x="12638" y="2771"/>
                    <a:pt x="19328" y="0"/>
                    <a:pt x="263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70433" cy="59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0">
            <a:off x="-476411" y="7052155"/>
            <a:ext cx="2912083" cy="3798369"/>
          </a:xfrm>
          <a:custGeom>
            <a:avLst/>
            <a:gdLst/>
            <a:ahLst/>
            <a:cxnLst/>
            <a:rect r="r" b="b" t="t" l="l"/>
            <a:pathLst>
              <a:path h="3798369" w="2912083">
                <a:moveTo>
                  <a:pt x="0" y="3798369"/>
                </a:moveTo>
                <a:lnTo>
                  <a:pt x="2912083" y="3798369"/>
                </a:lnTo>
                <a:lnTo>
                  <a:pt x="2912083" y="0"/>
                </a:lnTo>
                <a:lnTo>
                  <a:pt x="0" y="0"/>
                </a:lnTo>
                <a:lnTo>
                  <a:pt x="0" y="3798369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28428" y="5484896"/>
            <a:ext cx="5349555" cy="3773404"/>
            <a:chOff x="0" y="0"/>
            <a:chExt cx="1117959" cy="788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7959" cy="788572"/>
            </a:xfrm>
            <a:custGeom>
              <a:avLst/>
              <a:gdLst/>
              <a:ahLst/>
              <a:cxnLst/>
              <a:rect r="r" b="b" t="t" l="l"/>
              <a:pathLst>
                <a:path h="788572" w="1117959">
                  <a:moveTo>
                    <a:pt x="72360" y="0"/>
                  </a:moveTo>
                  <a:lnTo>
                    <a:pt x="1045599" y="0"/>
                  </a:lnTo>
                  <a:cubicBezTo>
                    <a:pt x="1085562" y="0"/>
                    <a:pt x="1117959" y="32397"/>
                    <a:pt x="1117959" y="72360"/>
                  </a:cubicBezTo>
                  <a:lnTo>
                    <a:pt x="1117959" y="716212"/>
                  </a:lnTo>
                  <a:cubicBezTo>
                    <a:pt x="1117959" y="735403"/>
                    <a:pt x="1110336" y="753808"/>
                    <a:pt x="1096765" y="767379"/>
                  </a:cubicBezTo>
                  <a:cubicBezTo>
                    <a:pt x="1083195" y="780949"/>
                    <a:pt x="1064790" y="788572"/>
                    <a:pt x="1045599" y="788572"/>
                  </a:cubicBezTo>
                  <a:lnTo>
                    <a:pt x="72360" y="788572"/>
                  </a:lnTo>
                  <a:cubicBezTo>
                    <a:pt x="32397" y="788572"/>
                    <a:pt x="0" y="756176"/>
                    <a:pt x="0" y="716212"/>
                  </a:cubicBezTo>
                  <a:lnTo>
                    <a:pt x="0" y="72360"/>
                  </a:lnTo>
                  <a:cubicBezTo>
                    <a:pt x="0" y="53169"/>
                    <a:pt x="7624" y="34764"/>
                    <a:pt x="21194" y="21194"/>
                  </a:cubicBezTo>
                  <a:cubicBezTo>
                    <a:pt x="34764" y="7624"/>
                    <a:pt x="53169" y="0"/>
                    <a:pt x="72360" y="0"/>
                  </a:cubicBezTo>
                  <a:close/>
                </a:path>
              </a:pathLst>
            </a:custGeom>
            <a:blipFill>
              <a:blip r:embed="rId7"/>
              <a:stretch>
                <a:fillRect l="-2935" t="0" r="-2935" b="0"/>
              </a:stretch>
            </a:blipFill>
            <a:ln w="76200" cap="rnd">
              <a:gradFill>
                <a:gsLst>
                  <a:gs pos="0">
                    <a:srgbClr val="3FA9F5">
                      <a:alpha val="100000"/>
                    </a:srgbClr>
                  </a:gs>
                  <a:gs pos="100000">
                    <a:srgbClr val="002950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-4790898" y="663630"/>
            <a:ext cx="8628975" cy="7359796"/>
          </a:xfrm>
          <a:custGeom>
            <a:avLst/>
            <a:gdLst/>
            <a:ahLst/>
            <a:cxnLst/>
            <a:rect r="r" b="b" t="t" l="l"/>
            <a:pathLst>
              <a:path h="7359796" w="8628975">
                <a:moveTo>
                  <a:pt x="0" y="0"/>
                </a:moveTo>
                <a:lnTo>
                  <a:pt x="8628974" y="0"/>
                </a:lnTo>
                <a:lnTo>
                  <a:pt x="8628974" y="7359797"/>
                </a:lnTo>
                <a:lnTo>
                  <a:pt x="0" y="7359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4294" y="1871094"/>
            <a:ext cx="7212362" cy="340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3"/>
              </a:lnSpc>
            </a:pPr>
            <a:r>
              <a:rPr lang="en-US" sz="4873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ARIANNA AI </a:t>
            </a:r>
          </a:p>
          <a:p>
            <a:pPr algn="ctr">
              <a:lnSpc>
                <a:spcPts val="6823"/>
              </a:lnSpc>
            </a:pPr>
            <a:r>
              <a:rPr lang="en-US" sz="4873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IS THE </a:t>
            </a:r>
          </a:p>
          <a:p>
            <a:pPr algn="ctr">
              <a:lnSpc>
                <a:spcPts val="6823"/>
              </a:lnSpc>
            </a:pPr>
            <a:r>
              <a:rPr lang="en-US" sz="4873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ANSWER! </a:t>
            </a:r>
          </a:p>
          <a:p>
            <a:pPr algn="ctr">
              <a:lnSpc>
                <a:spcPts val="6823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7873721" y="2282657"/>
            <a:ext cx="1225728" cy="122572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873721" y="4804394"/>
            <a:ext cx="1225728" cy="122572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73721" y="7209378"/>
            <a:ext cx="1225728" cy="122572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449004" y="2088899"/>
            <a:ext cx="3697066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JUST TYPE &amp; ASK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449004" y="4589958"/>
            <a:ext cx="3719333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GET FAST ANSWERS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-5400000">
            <a:off x="12733144" y="-1515001"/>
            <a:ext cx="340360" cy="6981740"/>
          </a:xfrm>
          <a:custGeom>
            <a:avLst/>
            <a:gdLst/>
            <a:ahLst/>
            <a:cxnLst/>
            <a:rect r="r" b="b" t="t" l="l"/>
            <a:pathLst>
              <a:path h="6981740" w="340360">
                <a:moveTo>
                  <a:pt x="0" y="0"/>
                </a:moveTo>
                <a:lnTo>
                  <a:pt x="340360" y="0"/>
                </a:lnTo>
                <a:lnTo>
                  <a:pt x="340360" y="6981740"/>
                </a:lnTo>
                <a:lnTo>
                  <a:pt x="0" y="6981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4000"/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2733144" y="1022838"/>
            <a:ext cx="340360" cy="6981740"/>
          </a:xfrm>
          <a:custGeom>
            <a:avLst/>
            <a:gdLst/>
            <a:ahLst/>
            <a:cxnLst/>
            <a:rect r="r" b="b" t="t" l="l"/>
            <a:pathLst>
              <a:path h="6981740" w="340360">
                <a:moveTo>
                  <a:pt x="0" y="0"/>
                </a:moveTo>
                <a:lnTo>
                  <a:pt x="340360" y="0"/>
                </a:lnTo>
                <a:lnTo>
                  <a:pt x="340360" y="6981740"/>
                </a:lnTo>
                <a:lnTo>
                  <a:pt x="0" y="6981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4000"/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400000">
            <a:off x="12845894" y="3486594"/>
            <a:ext cx="340360" cy="6981740"/>
          </a:xfrm>
          <a:custGeom>
            <a:avLst/>
            <a:gdLst/>
            <a:ahLst/>
            <a:cxnLst/>
            <a:rect r="r" b="b" t="t" l="l"/>
            <a:pathLst>
              <a:path h="6981740" w="340360">
                <a:moveTo>
                  <a:pt x="0" y="0"/>
                </a:moveTo>
                <a:lnTo>
                  <a:pt x="340360" y="0"/>
                </a:lnTo>
                <a:lnTo>
                  <a:pt x="340360" y="6981740"/>
                </a:lnTo>
                <a:lnTo>
                  <a:pt x="0" y="6981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4000"/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080362" y="2502383"/>
            <a:ext cx="764821" cy="764821"/>
          </a:xfrm>
          <a:custGeom>
            <a:avLst/>
            <a:gdLst/>
            <a:ahLst/>
            <a:cxnLst/>
            <a:rect r="r" b="b" t="t" l="l"/>
            <a:pathLst>
              <a:path h="764821" w="764821">
                <a:moveTo>
                  <a:pt x="0" y="0"/>
                </a:moveTo>
                <a:lnTo>
                  <a:pt x="764821" y="0"/>
                </a:lnTo>
                <a:lnTo>
                  <a:pt x="764821" y="764820"/>
                </a:lnTo>
                <a:lnTo>
                  <a:pt x="0" y="7648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999843" y="5006736"/>
            <a:ext cx="925859" cy="731429"/>
          </a:xfrm>
          <a:custGeom>
            <a:avLst/>
            <a:gdLst/>
            <a:ahLst/>
            <a:cxnLst/>
            <a:rect r="r" b="b" t="t" l="l"/>
            <a:pathLst>
              <a:path h="731429" w="925859">
                <a:moveTo>
                  <a:pt x="0" y="0"/>
                </a:moveTo>
                <a:lnTo>
                  <a:pt x="925859" y="0"/>
                </a:lnTo>
                <a:lnTo>
                  <a:pt x="925859" y="731429"/>
                </a:lnTo>
                <a:lnTo>
                  <a:pt x="0" y="731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158246" y="7371598"/>
            <a:ext cx="656677" cy="847325"/>
          </a:xfrm>
          <a:custGeom>
            <a:avLst/>
            <a:gdLst/>
            <a:ahLst/>
            <a:cxnLst/>
            <a:rect r="r" b="b" t="t" l="l"/>
            <a:pathLst>
              <a:path h="847325" w="656677">
                <a:moveTo>
                  <a:pt x="0" y="0"/>
                </a:moveTo>
                <a:lnTo>
                  <a:pt x="656677" y="0"/>
                </a:lnTo>
                <a:lnTo>
                  <a:pt x="656677" y="847325"/>
                </a:lnTo>
                <a:lnTo>
                  <a:pt x="0" y="847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449004" y="7131134"/>
            <a:ext cx="5322571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YOUR CHATS STAY PRIVATE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449004" y="2681672"/>
            <a:ext cx="6908639" cy="71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Type any questi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on in plain English, just like texting a friend. Arianna understands you!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26738" y="5026866"/>
            <a:ext cx="6908639" cy="71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rianna replies in seconds  no waiting, no searching, no confusing links!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49004" y="7723906"/>
            <a:ext cx="6908639" cy="141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All y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our conversations are saved only on YOUR computer. Nobody else can read them!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08655" y="622891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7" y="0"/>
                </a:lnTo>
                <a:lnTo>
                  <a:pt x="12202147" y="10407415"/>
                </a:lnTo>
                <a:lnTo>
                  <a:pt x="0" y="10407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3367158" y="-734035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7" y="0"/>
                </a:lnTo>
                <a:lnTo>
                  <a:pt x="12202147" y="10407415"/>
                </a:lnTo>
                <a:lnTo>
                  <a:pt x="0" y="10407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33180" y="1380976"/>
            <a:ext cx="14421639" cy="965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0"/>
              </a:lnSpc>
            </a:pPr>
            <a:r>
              <a:rPr lang="en-US" sz="5628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HOW DOES ARIANNA WORK?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-476411" y="2162023"/>
            <a:ext cx="2441409" cy="3184447"/>
          </a:xfrm>
          <a:custGeom>
            <a:avLst/>
            <a:gdLst/>
            <a:ahLst/>
            <a:cxnLst/>
            <a:rect r="r" b="b" t="t" l="l"/>
            <a:pathLst>
              <a:path h="3184447" w="2441409">
                <a:moveTo>
                  <a:pt x="0" y="3184447"/>
                </a:moveTo>
                <a:lnTo>
                  <a:pt x="2441410" y="3184447"/>
                </a:lnTo>
                <a:lnTo>
                  <a:pt x="2441410" y="0"/>
                </a:lnTo>
                <a:lnTo>
                  <a:pt x="0" y="0"/>
                </a:lnTo>
                <a:lnTo>
                  <a:pt x="0" y="3184447"/>
                </a:lnTo>
                <a:close/>
              </a:path>
            </a:pathLst>
          </a:custGeom>
          <a:blipFill>
            <a:blip r:embed="rId3">
              <a:alphaModFix amt="5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099772" y="2162023"/>
            <a:ext cx="2441409" cy="3184447"/>
          </a:xfrm>
          <a:custGeom>
            <a:avLst/>
            <a:gdLst/>
            <a:ahLst/>
            <a:cxnLst/>
            <a:rect r="r" b="b" t="t" l="l"/>
            <a:pathLst>
              <a:path h="3184447" w="2441409">
                <a:moveTo>
                  <a:pt x="2441409" y="3184447"/>
                </a:moveTo>
                <a:lnTo>
                  <a:pt x="0" y="3184447"/>
                </a:lnTo>
                <a:lnTo>
                  <a:pt x="0" y="0"/>
                </a:lnTo>
                <a:lnTo>
                  <a:pt x="2441409" y="0"/>
                </a:lnTo>
                <a:lnTo>
                  <a:pt x="2441409" y="3184447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46183" y="3658996"/>
            <a:ext cx="5106099" cy="4076987"/>
            <a:chOff x="0" y="0"/>
            <a:chExt cx="6808132" cy="543598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424406" y="187392"/>
              <a:ext cx="5172104" cy="1067052"/>
              <a:chOff x="0" y="0"/>
              <a:chExt cx="1021650" cy="21077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21650" cy="210776"/>
              </a:xfrm>
              <a:custGeom>
                <a:avLst/>
                <a:gdLst/>
                <a:ahLst/>
                <a:cxnLst/>
                <a:rect r="r" b="b" t="t" l="l"/>
                <a:pathLst>
                  <a:path h="210776" w="1021650">
                    <a:moveTo>
                      <a:pt x="101787" y="0"/>
                    </a:moveTo>
                    <a:lnTo>
                      <a:pt x="919864" y="0"/>
                    </a:lnTo>
                    <a:cubicBezTo>
                      <a:pt x="976079" y="0"/>
                      <a:pt x="1021650" y="45571"/>
                      <a:pt x="1021650" y="101787"/>
                    </a:cubicBezTo>
                    <a:lnTo>
                      <a:pt x="1021650" y="108989"/>
                    </a:lnTo>
                    <a:cubicBezTo>
                      <a:pt x="1021650" y="135985"/>
                      <a:pt x="1010926" y="161874"/>
                      <a:pt x="991838" y="180963"/>
                    </a:cubicBezTo>
                    <a:cubicBezTo>
                      <a:pt x="972749" y="200052"/>
                      <a:pt x="946859" y="210776"/>
                      <a:pt x="919864" y="210776"/>
                    </a:cubicBezTo>
                    <a:lnTo>
                      <a:pt x="101787" y="210776"/>
                    </a:lnTo>
                    <a:cubicBezTo>
                      <a:pt x="74791" y="210776"/>
                      <a:pt x="48901" y="200052"/>
                      <a:pt x="29813" y="180963"/>
                    </a:cubicBezTo>
                    <a:cubicBezTo>
                      <a:pt x="10724" y="161874"/>
                      <a:pt x="0" y="135985"/>
                      <a:pt x="0" y="108989"/>
                    </a:cubicBezTo>
                    <a:lnTo>
                      <a:pt x="0" y="101787"/>
                    </a:lnTo>
                    <a:cubicBezTo>
                      <a:pt x="0" y="74791"/>
                      <a:pt x="10724" y="48901"/>
                      <a:pt x="29813" y="29813"/>
                    </a:cubicBezTo>
                    <a:cubicBezTo>
                      <a:pt x="48901" y="10724"/>
                      <a:pt x="74791" y="0"/>
                      <a:pt x="10178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FA9F5">
                      <a:alpha val="100000"/>
                    </a:srgbClr>
                  </a:gs>
                  <a:gs pos="100000">
                    <a:srgbClr val="002950">
                      <a:alpha val="100000"/>
                    </a:srgbClr>
                  </a:gs>
                </a:gsLst>
                <a:lin ang="540000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1021650" cy="2679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203821" cy="120382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426157" y="1547895"/>
              <a:ext cx="5381975" cy="3888088"/>
              <a:chOff x="0" y="0"/>
              <a:chExt cx="1606688" cy="116071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06688" cy="1160716"/>
              </a:xfrm>
              <a:custGeom>
                <a:avLst/>
                <a:gdLst/>
                <a:ahLst/>
                <a:cxnLst/>
                <a:rect r="r" b="b" t="t" l="l"/>
                <a:pathLst>
                  <a:path h="1160716" w="1606688">
                    <a:moveTo>
                      <a:pt x="97817" y="0"/>
                    </a:moveTo>
                    <a:lnTo>
                      <a:pt x="1508871" y="0"/>
                    </a:lnTo>
                    <a:cubicBezTo>
                      <a:pt x="1534813" y="0"/>
                      <a:pt x="1559694" y="10306"/>
                      <a:pt x="1578038" y="28650"/>
                    </a:cubicBezTo>
                    <a:cubicBezTo>
                      <a:pt x="1596382" y="46994"/>
                      <a:pt x="1606688" y="71875"/>
                      <a:pt x="1606688" y="97817"/>
                    </a:cubicBezTo>
                    <a:lnTo>
                      <a:pt x="1606688" y="1062898"/>
                    </a:lnTo>
                    <a:cubicBezTo>
                      <a:pt x="1606688" y="1088841"/>
                      <a:pt x="1596382" y="1113721"/>
                      <a:pt x="1578038" y="1132066"/>
                    </a:cubicBezTo>
                    <a:cubicBezTo>
                      <a:pt x="1559694" y="1150410"/>
                      <a:pt x="1534813" y="1160716"/>
                      <a:pt x="1508871" y="1160716"/>
                    </a:cubicBezTo>
                    <a:lnTo>
                      <a:pt x="97817" y="1160716"/>
                    </a:lnTo>
                    <a:cubicBezTo>
                      <a:pt x="71875" y="1160716"/>
                      <a:pt x="46994" y="1150410"/>
                      <a:pt x="28650" y="1132066"/>
                    </a:cubicBezTo>
                    <a:cubicBezTo>
                      <a:pt x="10306" y="1113721"/>
                      <a:pt x="0" y="1088841"/>
                      <a:pt x="0" y="1062898"/>
                    </a:cubicBezTo>
                    <a:lnTo>
                      <a:pt x="0" y="97817"/>
                    </a:lnTo>
                    <a:cubicBezTo>
                      <a:pt x="0" y="71875"/>
                      <a:pt x="10306" y="46994"/>
                      <a:pt x="28650" y="28650"/>
                    </a:cubicBezTo>
                    <a:cubicBezTo>
                      <a:pt x="46994" y="10306"/>
                      <a:pt x="71875" y="0"/>
                      <a:pt x="9781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FA9F5">
                      <a:alpha val="100000"/>
                    </a:srgbClr>
                  </a:gs>
                  <a:gs pos="100000">
                    <a:srgbClr val="002950">
                      <a:alpha val="100000"/>
                    </a:srgbClr>
                  </a:gs>
                </a:gsLst>
                <a:lin ang="540000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606688" cy="1217866"/>
              </a:xfrm>
              <a:prstGeom prst="rect">
                <a:avLst/>
              </a:prstGeom>
            </p:spPr>
            <p:txBody>
              <a:bodyPr anchor="ctr" rtlCol="false" tIns="33613" lIns="33613" bIns="33613" rIns="33613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893251" y="2102583"/>
              <a:ext cx="4447788" cy="20674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27"/>
                </a:lnSpc>
              </a:pPr>
              <a:r>
                <a:rPr lang="en-US" sz="2692">
                  <a:solidFill>
                    <a:srgbClr val="FFFFFF"/>
                  </a:solidFill>
                  <a:latin typeface="TT Supermolot Neue Expanded"/>
                  <a:ea typeface="TT Supermolot Neue Expanded"/>
                  <a:cs typeface="TT Supermolot Neue Expanded"/>
                  <a:sym typeface="TT Supermolot Neue Expanded"/>
                </a:rPr>
                <a:t>You type a question in the chat box, like asking your friend.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848624" y="458621"/>
              <a:ext cx="416536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>
                  <a:solidFill>
                    <a:srgbClr val="FFFF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 YOU TYPE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8698" y="210971"/>
              <a:ext cx="1046426" cy="715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4"/>
                </a:lnSpc>
              </a:pPr>
              <a:r>
                <a:rPr lang="en-US" sz="3224">
                  <a:solidFill>
                    <a:srgbClr val="03152D"/>
                  </a:solidFill>
                  <a:latin typeface="Saved By Zero"/>
                  <a:ea typeface="Saved By Zero"/>
                  <a:cs typeface="Saved By Zero"/>
                  <a:sym typeface="Saved By Zero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53154" y="5697490"/>
            <a:ext cx="2230919" cy="667465"/>
            <a:chOff x="0" y="0"/>
            <a:chExt cx="2974558" cy="88995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2974558" cy="366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1"/>
                </a:lnSpc>
                <a:spcBef>
                  <a:spcPct val="0"/>
                </a:spcBef>
              </a:pPr>
              <a:r>
                <a:rPr lang="en-US" b="true" sz="1586">
                  <a:solidFill>
                    <a:srgbClr val="FFFF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SENT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901703" y="557772"/>
              <a:ext cx="1171152" cy="332181"/>
            </a:xfrm>
            <a:custGeom>
              <a:avLst/>
              <a:gdLst/>
              <a:ahLst/>
              <a:cxnLst/>
              <a:rect r="r" b="b" t="t" l="l"/>
              <a:pathLst>
                <a:path h="332181" w="1171152">
                  <a:moveTo>
                    <a:pt x="0" y="0"/>
                  </a:moveTo>
                  <a:lnTo>
                    <a:pt x="1171152" y="0"/>
                  </a:lnTo>
                  <a:lnTo>
                    <a:pt x="1171152" y="332182"/>
                  </a:lnTo>
                  <a:lnTo>
                    <a:pt x="0" y="332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36239" y="5697490"/>
            <a:ext cx="2230919" cy="667465"/>
            <a:chOff x="0" y="0"/>
            <a:chExt cx="2974558" cy="88995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47625"/>
              <a:ext cx="2974558" cy="366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1"/>
                </a:lnSpc>
                <a:spcBef>
                  <a:spcPct val="0"/>
                </a:spcBef>
              </a:pPr>
              <a:r>
                <a:rPr lang="en-US" b="true" sz="1586">
                  <a:solidFill>
                    <a:srgbClr val="FFFFFF"/>
                  </a:solidFill>
                  <a:latin typeface="TT Supermolot Neue Expanded Bold"/>
                  <a:ea typeface="TT Supermolot Neue Expanded Bold"/>
                  <a:cs typeface="TT Supermolot Neue Expanded Bold"/>
                  <a:sym typeface="TT Supermolot Neue Expanded Bold"/>
                </a:rPr>
                <a:t>REPLY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901703" y="557772"/>
              <a:ext cx="1171152" cy="332181"/>
            </a:xfrm>
            <a:custGeom>
              <a:avLst/>
              <a:gdLst/>
              <a:ahLst/>
              <a:cxnLst/>
              <a:rect r="r" b="b" t="t" l="l"/>
              <a:pathLst>
                <a:path h="332181" w="1171152">
                  <a:moveTo>
                    <a:pt x="0" y="0"/>
                  </a:moveTo>
                  <a:lnTo>
                    <a:pt x="1171152" y="0"/>
                  </a:lnTo>
                  <a:lnTo>
                    <a:pt x="1171152" y="332182"/>
                  </a:lnTo>
                  <a:lnTo>
                    <a:pt x="0" y="332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381484" y="2441924"/>
            <a:ext cx="5525032" cy="59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2"/>
              </a:lnSpc>
            </a:pPr>
            <a:r>
              <a:rPr lang="en-US" sz="3122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It's as easy as 1 — 2 — 3! 😊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449789" y="3902117"/>
            <a:ext cx="3879078" cy="800289"/>
            <a:chOff x="0" y="0"/>
            <a:chExt cx="1021650" cy="2107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1650" cy="210776"/>
            </a:xfrm>
            <a:custGeom>
              <a:avLst/>
              <a:gdLst/>
              <a:ahLst/>
              <a:cxnLst/>
              <a:rect r="r" b="b" t="t" l="l"/>
              <a:pathLst>
                <a:path h="210776" w="1021650">
                  <a:moveTo>
                    <a:pt x="101787" y="0"/>
                  </a:moveTo>
                  <a:lnTo>
                    <a:pt x="919864" y="0"/>
                  </a:lnTo>
                  <a:cubicBezTo>
                    <a:pt x="976079" y="0"/>
                    <a:pt x="1021650" y="45571"/>
                    <a:pt x="1021650" y="101787"/>
                  </a:cubicBezTo>
                  <a:lnTo>
                    <a:pt x="1021650" y="108989"/>
                  </a:lnTo>
                  <a:cubicBezTo>
                    <a:pt x="1021650" y="135985"/>
                    <a:pt x="1010926" y="161874"/>
                    <a:pt x="991838" y="180963"/>
                  </a:cubicBezTo>
                  <a:cubicBezTo>
                    <a:pt x="972749" y="200052"/>
                    <a:pt x="946859" y="210776"/>
                    <a:pt x="919864" y="210776"/>
                  </a:cubicBezTo>
                  <a:lnTo>
                    <a:pt x="101787" y="210776"/>
                  </a:lnTo>
                  <a:cubicBezTo>
                    <a:pt x="74791" y="210776"/>
                    <a:pt x="48901" y="200052"/>
                    <a:pt x="29813" y="180963"/>
                  </a:cubicBezTo>
                  <a:cubicBezTo>
                    <a:pt x="10724" y="161874"/>
                    <a:pt x="0" y="135985"/>
                    <a:pt x="0" y="108989"/>
                  </a:cubicBezTo>
                  <a:lnTo>
                    <a:pt x="0" y="101787"/>
                  </a:lnTo>
                  <a:cubicBezTo>
                    <a:pt x="0" y="74791"/>
                    <a:pt x="10724" y="48901"/>
                    <a:pt x="29813" y="29813"/>
                  </a:cubicBezTo>
                  <a:cubicBezTo>
                    <a:pt x="48901" y="10724"/>
                    <a:pt x="74791" y="0"/>
                    <a:pt x="1017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21650" cy="267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81484" y="3761573"/>
            <a:ext cx="902866" cy="90286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51102" y="4922495"/>
            <a:ext cx="4036481" cy="2916066"/>
            <a:chOff x="0" y="0"/>
            <a:chExt cx="1606688" cy="11607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06688" cy="1160716"/>
            </a:xfrm>
            <a:custGeom>
              <a:avLst/>
              <a:gdLst/>
              <a:ahLst/>
              <a:cxnLst/>
              <a:rect r="r" b="b" t="t" l="l"/>
              <a:pathLst>
                <a:path h="1160716" w="1606688">
                  <a:moveTo>
                    <a:pt x="97817" y="0"/>
                  </a:moveTo>
                  <a:lnTo>
                    <a:pt x="1508871" y="0"/>
                  </a:lnTo>
                  <a:cubicBezTo>
                    <a:pt x="1534813" y="0"/>
                    <a:pt x="1559694" y="10306"/>
                    <a:pt x="1578038" y="28650"/>
                  </a:cubicBezTo>
                  <a:cubicBezTo>
                    <a:pt x="1596382" y="46994"/>
                    <a:pt x="1606688" y="71875"/>
                    <a:pt x="1606688" y="97817"/>
                  </a:cubicBezTo>
                  <a:lnTo>
                    <a:pt x="1606688" y="1062898"/>
                  </a:lnTo>
                  <a:cubicBezTo>
                    <a:pt x="1606688" y="1088841"/>
                    <a:pt x="1596382" y="1113721"/>
                    <a:pt x="1578038" y="1132066"/>
                  </a:cubicBezTo>
                  <a:cubicBezTo>
                    <a:pt x="1559694" y="1150410"/>
                    <a:pt x="1534813" y="1160716"/>
                    <a:pt x="1508871" y="1160716"/>
                  </a:cubicBezTo>
                  <a:lnTo>
                    <a:pt x="97817" y="1160716"/>
                  </a:lnTo>
                  <a:cubicBezTo>
                    <a:pt x="71875" y="1160716"/>
                    <a:pt x="46994" y="1150410"/>
                    <a:pt x="28650" y="1132066"/>
                  </a:cubicBezTo>
                  <a:cubicBezTo>
                    <a:pt x="10306" y="1113721"/>
                    <a:pt x="0" y="1088841"/>
                    <a:pt x="0" y="1062898"/>
                  </a:cubicBezTo>
                  <a:lnTo>
                    <a:pt x="0" y="97817"/>
                  </a:lnTo>
                  <a:cubicBezTo>
                    <a:pt x="0" y="71875"/>
                    <a:pt x="10306" y="46994"/>
                    <a:pt x="28650" y="28650"/>
                  </a:cubicBezTo>
                  <a:cubicBezTo>
                    <a:pt x="46994" y="10306"/>
                    <a:pt x="71875" y="0"/>
                    <a:pt x="978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606688" cy="1217866"/>
            </a:xfrm>
            <a:prstGeom prst="rect">
              <a:avLst/>
            </a:prstGeom>
          </p:spPr>
          <p:txBody>
            <a:bodyPr anchor="ctr" rtlCol="false" tIns="33613" lIns="33613" bIns="33613" rIns="33613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727152" y="5348120"/>
            <a:ext cx="3484380" cy="279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37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The app</a:t>
            </a:r>
            <a:r>
              <a:rPr lang="en-US" sz="237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secretly passes your question to a super smart computer in the cloud.</a:t>
            </a:r>
          </a:p>
          <a:p>
            <a:pPr algn="l">
              <a:lnSpc>
                <a:spcPts val="3722"/>
              </a:lnSpc>
            </a:pPr>
          </a:p>
          <a:p>
            <a:pPr algn="l">
              <a:lnSpc>
                <a:spcPts val="372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7767952" y="4091251"/>
            <a:ext cx="3124025" cy="4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APP SENDS IT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40507" y="3903133"/>
            <a:ext cx="784819" cy="55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sz="3224">
                <a:solidFill>
                  <a:srgbClr val="03152D"/>
                </a:solidFill>
                <a:latin typeface="Saved By Zero"/>
                <a:ea typeface="Saved By Zero"/>
                <a:cs typeface="Saved By Zero"/>
                <a:sym typeface="Saved By Zero"/>
              </a:rPr>
              <a:t>02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221506" y="3902117"/>
            <a:ext cx="3879078" cy="800289"/>
            <a:chOff x="0" y="0"/>
            <a:chExt cx="1021650" cy="2107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1650" cy="210776"/>
            </a:xfrm>
            <a:custGeom>
              <a:avLst/>
              <a:gdLst/>
              <a:ahLst/>
              <a:cxnLst/>
              <a:rect r="r" b="b" t="t" l="l"/>
              <a:pathLst>
                <a:path h="210776" w="1021650">
                  <a:moveTo>
                    <a:pt x="101787" y="0"/>
                  </a:moveTo>
                  <a:lnTo>
                    <a:pt x="919864" y="0"/>
                  </a:lnTo>
                  <a:cubicBezTo>
                    <a:pt x="976079" y="0"/>
                    <a:pt x="1021650" y="45571"/>
                    <a:pt x="1021650" y="101787"/>
                  </a:cubicBezTo>
                  <a:lnTo>
                    <a:pt x="1021650" y="108989"/>
                  </a:lnTo>
                  <a:cubicBezTo>
                    <a:pt x="1021650" y="135985"/>
                    <a:pt x="1010926" y="161874"/>
                    <a:pt x="991838" y="180963"/>
                  </a:cubicBezTo>
                  <a:cubicBezTo>
                    <a:pt x="972749" y="200052"/>
                    <a:pt x="946859" y="210776"/>
                    <a:pt x="919864" y="210776"/>
                  </a:cubicBezTo>
                  <a:lnTo>
                    <a:pt x="101787" y="210776"/>
                  </a:lnTo>
                  <a:cubicBezTo>
                    <a:pt x="74791" y="210776"/>
                    <a:pt x="48901" y="200052"/>
                    <a:pt x="29813" y="180963"/>
                  </a:cubicBezTo>
                  <a:cubicBezTo>
                    <a:pt x="10724" y="161874"/>
                    <a:pt x="0" y="135985"/>
                    <a:pt x="0" y="108989"/>
                  </a:cubicBezTo>
                  <a:lnTo>
                    <a:pt x="0" y="101787"/>
                  </a:lnTo>
                  <a:cubicBezTo>
                    <a:pt x="0" y="74791"/>
                    <a:pt x="10724" y="48901"/>
                    <a:pt x="29813" y="29813"/>
                  </a:cubicBezTo>
                  <a:cubicBezTo>
                    <a:pt x="48901" y="10724"/>
                    <a:pt x="74791" y="0"/>
                    <a:pt x="1017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021650" cy="267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53201" y="3761573"/>
            <a:ext cx="902866" cy="902866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222819" y="4922495"/>
            <a:ext cx="4036481" cy="2916066"/>
            <a:chOff x="0" y="0"/>
            <a:chExt cx="1606688" cy="11607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06688" cy="1160716"/>
            </a:xfrm>
            <a:custGeom>
              <a:avLst/>
              <a:gdLst/>
              <a:ahLst/>
              <a:cxnLst/>
              <a:rect r="r" b="b" t="t" l="l"/>
              <a:pathLst>
                <a:path h="1160716" w="1606688">
                  <a:moveTo>
                    <a:pt x="97817" y="0"/>
                  </a:moveTo>
                  <a:lnTo>
                    <a:pt x="1508871" y="0"/>
                  </a:lnTo>
                  <a:cubicBezTo>
                    <a:pt x="1534813" y="0"/>
                    <a:pt x="1559694" y="10306"/>
                    <a:pt x="1578038" y="28650"/>
                  </a:cubicBezTo>
                  <a:cubicBezTo>
                    <a:pt x="1596382" y="46994"/>
                    <a:pt x="1606688" y="71875"/>
                    <a:pt x="1606688" y="97817"/>
                  </a:cubicBezTo>
                  <a:lnTo>
                    <a:pt x="1606688" y="1062898"/>
                  </a:lnTo>
                  <a:cubicBezTo>
                    <a:pt x="1606688" y="1088841"/>
                    <a:pt x="1596382" y="1113721"/>
                    <a:pt x="1578038" y="1132066"/>
                  </a:cubicBezTo>
                  <a:cubicBezTo>
                    <a:pt x="1559694" y="1150410"/>
                    <a:pt x="1534813" y="1160716"/>
                    <a:pt x="1508871" y="1160716"/>
                  </a:cubicBezTo>
                  <a:lnTo>
                    <a:pt x="97817" y="1160716"/>
                  </a:lnTo>
                  <a:cubicBezTo>
                    <a:pt x="71875" y="1160716"/>
                    <a:pt x="46994" y="1150410"/>
                    <a:pt x="28650" y="1132066"/>
                  </a:cubicBezTo>
                  <a:cubicBezTo>
                    <a:pt x="10306" y="1113721"/>
                    <a:pt x="0" y="1088841"/>
                    <a:pt x="0" y="1062898"/>
                  </a:cubicBezTo>
                  <a:lnTo>
                    <a:pt x="0" y="97817"/>
                  </a:lnTo>
                  <a:cubicBezTo>
                    <a:pt x="0" y="71875"/>
                    <a:pt x="10306" y="46994"/>
                    <a:pt x="28650" y="28650"/>
                  </a:cubicBezTo>
                  <a:cubicBezTo>
                    <a:pt x="46994" y="10306"/>
                    <a:pt x="71875" y="0"/>
                    <a:pt x="978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606688" cy="1217866"/>
            </a:xfrm>
            <a:prstGeom prst="rect">
              <a:avLst/>
            </a:prstGeom>
          </p:spPr>
          <p:txBody>
            <a:bodyPr anchor="ctr" rtlCol="false" tIns="33613" lIns="33613" bIns="33613" rIns="33613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573139" y="5312317"/>
            <a:ext cx="3335841" cy="210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2692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Arianna</a:t>
            </a:r>
            <a:r>
              <a:rPr lang="en-US" sz="2692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types her answer back to you, word by word, right on screen!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02532" y="4040957"/>
            <a:ext cx="3717024" cy="4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ARIANNA ANSWERS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12224" y="3903133"/>
            <a:ext cx="784819" cy="55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sz="3224">
                <a:solidFill>
                  <a:srgbClr val="03152D"/>
                </a:solidFill>
                <a:latin typeface="Saved By Zero"/>
                <a:ea typeface="Saved By Zero"/>
                <a:cs typeface="Saved By Zero"/>
                <a:sym typeface="Saved By Zero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651096" y="4227819"/>
            <a:ext cx="8283781" cy="7624530"/>
          </a:xfrm>
          <a:custGeom>
            <a:avLst/>
            <a:gdLst/>
            <a:ahLst/>
            <a:cxnLst/>
            <a:rect r="r" b="b" t="t" l="l"/>
            <a:pathLst>
              <a:path h="7624530" w="8283781">
                <a:moveTo>
                  <a:pt x="8283782" y="7624531"/>
                </a:moveTo>
                <a:lnTo>
                  <a:pt x="0" y="7624531"/>
                </a:lnTo>
                <a:lnTo>
                  <a:pt x="0" y="0"/>
                </a:lnTo>
                <a:lnTo>
                  <a:pt x="8283782" y="0"/>
                </a:lnTo>
                <a:lnTo>
                  <a:pt x="8283782" y="76245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356780" y="5541813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7" y="0"/>
                </a:lnTo>
                <a:lnTo>
                  <a:pt x="12202147" y="10407414"/>
                </a:lnTo>
                <a:lnTo>
                  <a:pt x="0" y="1040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1417063" y="-5794061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7" y="0"/>
                </a:lnTo>
                <a:lnTo>
                  <a:pt x="12202147" y="10407414"/>
                </a:lnTo>
                <a:lnTo>
                  <a:pt x="0" y="1040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375917" y="-383523"/>
            <a:ext cx="2912083" cy="3798369"/>
          </a:xfrm>
          <a:custGeom>
            <a:avLst/>
            <a:gdLst/>
            <a:ahLst/>
            <a:cxnLst/>
            <a:rect r="r" b="b" t="t" l="l"/>
            <a:pathLst>
              <a:path h="3798369" w="2912083">
                <a:moveTo>
                  <a:pt x="2912083" y="0"/>
                </a:moveTo>
                <a:lnTo>
                  <a:pt x="0" y="0"/>
                </a:lnTo>
                <a:lnTo>
                  <a:pt x="0" y="3798369"/>
                </a:lnTo>
                <a:lnTo>
                  <a:pt x="2912083" y="3798369"/>
                </a:lnTo>
                <a:lnTo>
                  <a:pt x="2912083" y="0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63564" y="2921796"/>
            <a:ext cx="6956336" cy="2154847"/>
            <a:chOff x="0" y="0"/>
            <a:chExt cx="1832121" cy="5675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2121" cy="567532"/>
            </a:xfrm>
            <a:custGeom>
              <a:avLst/>
              <a:gdLst/>
              <a:ahLst/>
              <a:cxnLst/>
              <a:rect r="r" b="b" t="t" l="l"/>
              <a:pathLst>
                <a:path h="567532" w="1832121">
                  <a:moveTo>
                    <a:pt x="31162" y="0"/>
                  </a:moveTo>
                  <a:lnTo>
                    <a:pt x="1800959" y="0"/>
                  </a:lnTo>
                  <a:cubicBezTo>
                    <a:pt x="1809224" y="0"/>
                    <a:pt x="1817150" y="3283"/>
                    <a:pt x="1822994" y="9127"/>
                  </a:cubicBezTo>
                  <a:cubicBezTo>
                    <a:pt x="1828838" y="14971"/>
                    <a:pt x="1832121" y="22897"/>
                    <a:pt x="1832121" y="31162"/>
                  </a:cubicBezTo>
                  <a:lnTo>
                    <a:pt x="1832121" y="536370"/>
                  </a:lnTo>
                  <a:cubicBezTo>
                    <a:pt x="1832121" y="544634"/>
                    <a:pt x="1828838" y="552561"/>
                    <a:pt x="1822994" y="558405"/>
                  </a:cubicBezTo>
                  <a:cubicBezTo>
                    <a:pt x="1817150" y="564249"/>
                    <a:pt x="1809224" y="567532"/>
                    <a:pt x="1800959" y="567532"/>
                  </a:cubicBezTo>
                  <a:lnTo>
                    <a:pt x="31162" y="567532"/>
                  </a:lnTo>
                  <a:cubicBezTo>
                    <a:pt x="22897" y="567532"/>
                    <a:pt x="14971" y="564249"/>
                    <a:pt x="9127" y="558405"/>
                  </a:cubicBezTo>
                  <a:cubicBezTo>
                    <a:pt x="3283" y="552561"/>
                    <a:pt x="0" y="544634"/>
                    <a:pt x="0" y="536370"/>
                  </a:cubicBezTo>
                  <a:lnTo>
                    <a:pt x="0" y="31162"/>
                  </a:lnTo>
                  <a:cubicBezTo>
                    <a:pt x="0" y="22897"/>
                    <a:pt x="3283" y="14971"/>
                    <a:pt x="9127" y="9127"/>
                  </a:cubicBezTo>
                  <a:cubicBezTo>
                    <a:pt x="14971" y="3283"/>
                    <a:pt x="22897" y="0"/>
                    <a:pt x="311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32121" cy="62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40020" y="653927"/>
            <a:ext cx="10601078" cy="288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WHAT CAN ARIANNA HELP WITH?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40020" y="3178638"/>
            <a:ext cx="4668272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HOMEWORK HELP 📚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900946" y="3734033"/>
            <a:ext cx="5522090" cy="106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Ask A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rianna to explain math, history, science, or any subject you're stuck on!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183823" y="5437817"/>
            <a:ext cx="6956336" cy="2154847"/>
            <a:chOff x="0" y="0"/>
            <a:chExt cx="1832121" cy="5675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2121" cy="567532"/>
            </a:xfrm>
            <a:custGeom>
              <a:avLst/>
              <a:gdLst/>
              <a:ahLst/>
              <a:cxnLst/>
              <a:rect r="r" b="b" t="t" l="l"/>
              <a:pathLst>
                <a:path h="567532" w="1832121">
                  <a:moveTo>
                    <a:pt x="31162" y="0"/>
                  </a:moveTo>
                  <a:lnTo>
                    <a:pt x="1800959" y="0"/>
                  </a:lnTo>
                  <a:cubicBezTo>
                    <a:pt x="1809224" y="0"/>
                    <a:pt x="1817150" y="3283"/>
                    <a:pt x="1822994" y="9127"/>
                  </a:cubicBezTo>
                  <a:cubicBezTo>
                    <a:pt x="1828838" y="14971"/>
                    <a:pt x="1832121" y="22897"/>
                    <a:pt x="1832121" y="31162"/>
                  </a:cubicBezTo>
                  <a:lnTo>
                    <a:pt x="1832121" y="536370"/>
                  </a:lnTo>
                  <a:cubicBezTo>
                    <a:pt x="1832121" y="544634"/>
                    <a:pt x="1828838" y="552561"/>
                    <a:pt x="1822994" y="558405"/>
                  </a:cubicBezTo>
                  <a:cubicBezTo>
                    <a:pt x="1817150" y="564249"/>
                    <a:pt x="1809224" y="567532"/>
                    <a:pt x="1800959" y="567532"/>
                  </a:cubicBezTo>
                  <a:lnTo>
                    <a:pt x="31162" y="567532"/>
                  </a:lnTo>
                  <a:cubicBezTo>
                    <a:pt x="22897" y="567532"/>
                    <a:pt x="14971" y="564249"/>
                    <a:pt x="9127" y="558405"/>
                  </a:cubicBezTo>
                  <a:cubicBezTo>
                    <a:pt x="3283" y="552561"/>
                    <a:pt x="0" y="544634"/>
                    <a:pt x="0" y="536370"/>
                  </a:cubicBezTo>
                  <a:lnTo>
                    <a:pt x="0" y="31162"/>
                  </a:lnTo>
                  <a:cubicBezTo>
                    <a:pt x="0" y="22897"/>
                    <a:pt x="3283" y="14971"/>
                    <a:pt x="9127" y="9127"/>
                  </a:cubicBezTo>
                  <a:cubicBezTo>
                    <a:pt x="14971" y="3283"/>
                    <a:pt x="22897" y="0"/>
                    <a:pt x="311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832121" cy="62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3823" y="7811485"/>
            <a:ext cx="6956336" cy="2154847"/>
            <a:chOff x="0" y="0"/>
            <a:chExt cx="1832121" cy="5675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2121" cy="567532"/>
            </a:xfrm>
            <a:custGeom>
              <a:avLst/>
              <a:gdLst/>
              <a:ahLst/>
              <a:cxnLst/>
              <a:rect r="r" b="b" t="t" l="l"/>
              <a:pathLst>
                <a:path h="567532" w="1832121">
                  <a:moveTo>
                    <a:pt x="31162" y="0"/>
                  </a:moveTo>
                  <a:lnTo>
                    <a:pt x="1800959" y="0"/>
                  </a:lnTo>
                  <a:cubicBezTo>
                    <a:pt x="1809224" y="0"/>
                    <a:pt x="1817150" y="3283"/>
                    <a:pt x="1822994" y="9127"/>
                  </a:cubicBezTo>
                  <a:cubicBezTo>
                    <a:pt x="1828838" y="14971"/>
                    <a:pt x="1832121" y="22897"/>
                    <a:pt x="1832121" y="31162"/>
                  </a:cubicBezTo>
                  <a:lnTo>
                    <a:pt x="1832121" y="536370"/>
                  </a:lnTo>
                  <a:cubicBezTo>
                    <a:pt x="1832121" y="544634"/>
                    <a:pt x="1828838" y="552561"/>
                    <a:pt x="1822994" y="558405"/>
                  </a:cubicBezTo>
                  <a:cubicBezTo>
                    <a:pt x="1817150" y="564249"/>
                    <a:pt x="1809224" y="567532"/>
                    <a:pt x="1800959" y="567532"/>
                  </a:cubicBezTo>
                  <a:lnTo>
                    <a:pt x="31162" y="567532"/>
                  </a:lnTo>
                  <a:cubicBezTo>
                    <a:pt x="22897" y="567532"/>
                    <a:pt x="14971" y="564249"/>
                    <a:pt x="9127" y="558405"/>
                  </a:cubicBezTo>
                  <a:cubicBezTo>
                    <a:pt x="3283" y="552561"/>
                    <a:pt x="0" y="544634"/>
                    <a:pt x="0" y="536370"/>
                  </a:cubicBezTo>
                  <a:lnTo>
                    <a:pt x="0" y="31162"/>
                  </a:lnTo>
                  <a:cubicBezTo>
                    <a:pt x="0" y="22897"/>
                    <a:pt x="3283" y="14971"/>
                    <a:pt x="9127" y="9127"/>
                  </a:cubicBezTo>
                  <a:cubicBezTo>
                    <a:pt x="14971" y="3283"/>
                    <a:pt x="22897" y="0"/>
                    <a:pt x="311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32121" cy="62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14289" y="2921796"/>
            <a:ext cx="6956336" cy="2154847"/>
            <a:chOff x="0" y="0"/>
            <a:chExt cx="1832121" cy="5675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32121" cy="567532"/>
            </a:xfrm>
            <a:custGeom>
              <a:avLst/>
              <a:gdLst/>
              <a:ahLst/>
              <a:cxnLst/>
              <a:rect r="r" b="b" t="t" l="l"/>
              <a:pathLst>
                <a:path h="567532" w="1832121">
                  <a:moveTo>
                    <a:pt x="31162" y="0"/>
                  </a:moveTo>
                  <a:lnTo>
                    <a:pt x="1800959" y="0"/>
                  </a:lnTo>
                  <a:cubicBezTo>
                    <a:pt x="1809224" y="0"/>
                    <a:pt x="1817150" y="3283"/>
                    <a:pt x="1822994" y="9127"/>
                  </a:cubicBezTo>
                  <a:cubicBezTo>
                    <a:pt x="1828838" y="14971"/>
                    <a:pt x="1832121" y="22897"/>
                    <a:pt x="1832121" y="31162"/>
                  </a:cubicBezTo>
                  <a:lnTo>
                    <a:pt x="1832121" y="536370"/>
                  </a:lnTo>
                  <a:cubicBezTo>
                    <a:pt x="1832121" y="544634"/>
                    <a:pt x="1828838" y="552561"/>
                    <a:pt x="1822994" y="558405"/>
                  </a:cubicBezTo>
                  <a:cubicBezTo>
                    <a:pt x="1817150" y="564249"/>
                    <a:pt x="1809224" y="567532"/>
                    <a:pt x="1800959" y="567532"/>
                  </a:cubicBezTo>
                  <a:lnTo>
                    <a:pt x="31162" y="567532"/>
                  </a:lnTo>
                  <a:cubicBezTo>
                    <a:pt x="22897" y="567532"/>
                    <a:pt x="14971" y="564249"/>
                    <a:pt x="9127" y="558405"/>
                  </a:cubicBezTo>
                  <a:cubicBezTo>
                    <a:pt x="3283" y="552561"/>
                    <a:pt x="0" y="544634"/>
                    <a:pt x="0" y="536370"/>
                  </a:cubicBezTo>
                  <a:lnTo>
                    <a:pt x="0" y="31162"/>
                  </a:lnTo>
                  <a:cubicBezTo>
                    <a:pt x="0" y="22897"/>
                    <a:pt x="3283" y="14971"/>
                    <a:pt x="9127" y="9127"/>
                  </a:cubicBezTo>
                  <a:cubicBezTo>
                    <a:pt x="14971" y="3283"/>
                    <a:pt x="22897" y="0"/>
                    <a:pt x="311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832121" cy="62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34548" y="5437817"/>
            <a:ext cx="6956336" cy="2154847"/>
            <a:chOff x="0" y="0"/>
            <a:chExt cx="1832121" cy="5675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2121" cy="567532"/>
            </a:xfrm>
            <a:custGeom>
              <a:avLst/>
              <a:gdLst/>
              <a:ahLst/>
              <a:cxnLst/>
              <a:rect r="r" b="b" t="t" l="l"/>
              <a:pathLst>
                <a:path h="567532" w="1832121">
                  <a:moveTo>
                    <a:pt x="31162" y="0"/>
                  </a:moveTo>
                  <a:lnTo>
                    <a:pt x="1800959" y="0"/>
                  </a:lnTo>
                  <a:cubicBezTo>
                    <a:pt x="1809224" y="0"/>
                    <a:pt x="1817150" y="3283"/>
                    <a:pt x="1822994" y="9127"/>
                  </a:cubicBezTo>
                  <a:cubicBezTo>
                    <a:pt x="1828838" y="14971"/>
                    <a:pt x="1832121" y="22897"/>
                    <a:pt x="1832121" y="31162"/>
                  </a:cubicBezTo>
                  <a:lnTo>
                    <a:pt x="1832121" y="536370"/>
                  </a:lnTo>
                  <a:cubicBezTo>
                    <a:pt x="1832121" y="544634"/>
                    <a:pt x="1828838" y="552561"/>
                    <a:pt x="1822994" y="558405"/>
                  </a:cubicBezTo>
                  <a:cubicBezTo>
                    <a:pt x="1817150" y="564249"/>
                    <a:pt x="1809224" y="567532"/>
                    <a:pt x="1800959" y="567532"/>
                  </a:cubicBezTo>
                  <a:lnTo>
                    <a:pt x="31162" y="567532"/>
                  </a:lnTo>
                  <a:cubicBezTo>
                    <a:pt x="22897" y="567532"/>
                    <a:pt x="14971" y="564249"/>
                    <a:pt x="9127" y="558405"/>
                  </a:cubicBezTo>
                  <a:cubicBezTo>
                    <a:pt x="3283" y="552561"/>
                    <a:pt x="0" y="544634"/>
                    <a:pt x="0" y="536370"/>
                  </a:cubicBezTo>
                  <a:lnTo>
                    <a:pt x="0" y="31162"/>
                  </a:lnTo>
                  <a:cubicBezTo>
                    <a:pt x="0" y="22897"/>
                    <a:pt x="3283" y="14971"/>
                    <a:pt x="9127" y="9127"/>
                  </a:cubicBezTo>
                  <a:cubicBezTo>
                    <a:pt x="14971" y="3283"/>
                    <a:pt x="22897" y="0"/>
                    <a:pt x="311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832121" cy="62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34548" y="7811485"/>
            <a:ext cx="6956336" cy="2154847"/>
            <a:chOff x="0" y="0"/>
            <a:chExt cx="1832121" cy="5675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32121" cy="567532"/>
            </a:xfrm>
            <a:custGeom>
              <a:avLst/>
              <a:gdLst/>
              <a:ahLst/>
              <a:cxnLst/>
              <a:rect r="r" b="b" t="t" l="l"/>
              <a:pathLst>
                <a:path h="567532" w="1832121">
                  <a:moveTo>
                    <a:pt x="31162" y="0"/>
                  </a:moveTo>
                  <a:lnTo>
                    <a:pt x="1800959" y="0"/>
                  </a:lnTo>
                  <a:cubicBezTo>
                    <a:pt x="1809224" y="0"/>
                    <a:pt x="1817150" y="3283"/>
                    <a:pt x="1822994" y="9127"/>
                  </a:cubicBezTo>
                  <a:cubicBezTo>
                    <a:pt x="1828838" y="14971"/>
                    <a:pt x="1832121" y="22897"/>
                    <a:pt x="1832121" y="31162"/>
                  </a:cubicBezTo>
                  <a:lnTo>
                    <a:pt x="1832121" y="536370"/>
                  </a:lnTo>
                  <a:cubicBezTo>
                    <a:pt x="1832121" y="544634"/>
                    <a:pt x="1828838" y="552561"/>
                    <a:pt x="1822994" y="558405"/>
                  </a:cubicBezTo>
                  <a:cubicBezTo>
                    <a:pt x="1817150" y="564249"/>
                    <a:pt x="1809224" y="567532"/>
                    <a:pt x="1800959" y="567532"/>
                  </a:cubicBezTo>
                  <a:lnTo>
                    <a:pt x="31162" y="567532"/>
                  </a:lnTo>
                  <a:cubicBezTo>
                    <a:pt x="22897" y="567532"/>
                    <a:pt x="14971" y="564249"/>
                    <a:pt x="9127" y="558405"/>
                  </a:cubicBezTo>
                  <a:cubicBezTo>
                    <a:pt x="3283" y="552561"/>
                    <a:pt x="0" y="544634"/>
                    <a:pt x="0" y="536370"/>
                  </a:cubicBezTo>
                  <a:lnTo>
                    <a:pt x="0" y="31162"/>
                  </a:lnTo>
                  <a:cubicBezTo>
                    <a:pt x="0" y="22897"/>
                    <a:pt x="3283" y="14971"/>
                    <a:pt x="9127" y="9127"/>
                  </a:cubicBezTo>
                  <a:cubicBezTo>
                    <a:pt x="14971" y="3283"/>
                    <a:pt x="22897" y="0"/>
                    <a:pt x="311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832121" cy="624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40020" y="5677081"/>
            <a:ext cx="4668272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WRITING HELP ✍️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900946" y="6232476"/>
            <a:ext cx="5522090" cy="106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Need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to write a story or an email? Arianna can help you put your ideas into words!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740020" y="8050749"/>
            <a:ext cx="4668272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ANSWER QUESTIONS 💡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900946" y="8606143"/>
            <a:ext cx="5522090" cy="106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Curious about something? Ask A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rianna! She can explain almost anything in simple words.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9971208" y="3161060"/>
            <a:ext cx="4668272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CODING HINTS 💻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0132133" y="3716455"/>
            <a:ext cx="5522090" cy="106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Le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arning to code? Arianna can help you fix bugs or explain how code works!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825151" y="5677081"/>
            <a:ext cx="4668272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TRANSLATION 🌍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986076" y="6232476"/>
            <a:ext cx="5522090" cy="106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Need something 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in another language? Arianna can translate text for you!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750052" y="8107377"/>
            <a:ext cx="4668272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JUST CHAT! 😊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910978" y="8662772"/>
            <a:ext cx="5522090" cy="141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W</a:t>
            </a: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ant to just talk and share ideas? Arianna is always here to listen and chat!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651096" y="4227819"/>
            <a:ext cx="8283781" cy="7624530"/>
          </a:xfrm>
          <a:custGeom>
            <a:avLst/>
            <a:gdLst/>
            <a:ahLst/>
            <a:cxnLst/>
            <a:rect r="r" b="b" t="t" l="l"/>
            <a:pathLst>
              <a:path h="7624530" w="8283781">
                <a:moveTo>
                  <a:pt x="8283782" y="7624531"/>
                </a:moveTo>
                <a:lnTo>
                  <a:pt x="0" y="7624531"/>
                </a:lnTo>
                <a:lnTo>
                  <a:pt x="0" y="0"/>
                </a:lnTo>
                <a:lnTo>
                  <a:pt x="8283782" y="0"/>
                </a:lnTo>
                <a:lnTo>
                  <a:pt x="8283782" y="76245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356780" y="5541813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7" y="0"/>
                </a:lnTo>
                <a:lnTo>
                  <a:pt x="12202147" y="10407414"/>
                </a:lnTo>
                <a:lnTo>
                  <a:pt x="0" y="1040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1417063" y="-5794061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7" y="0"/>
                </a:lnTo>
                <a:lnTo>
                  <a:pt x="12202147" y="10407414"/>
                </a:lnTo>
                <a:lnTo>
                  <a:pt x="0" y="1040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375917" y="-383523"/>
            <a:ext cx="2912083" cy="3798369"/>
          </a:xfrm>
          <a:custGeom>
            <a:avLst/>
            <a:gdLst/>
            <a:ahLst/>
            <a:cxnLst/>
            <a:rect r="r" b="b" t="t" l="l"/>
            <a:pathLst>
              <a:path h="3798369" w="2912083">
                <a:moveTo>
                  <a:pt x="2912083" y="0"/>
                </a:moveTo>
                <a:lnTo>
                  <a:pt x="0" y="0"/>
                </a:lnTo>
                <a:lnTo>
                  <a:pt x="0" y="3798369"/>
                </a:lnTo>
                <a:lnTo>
                  <a:pt x="2912083" y="3798369"/>
                </a:lnTo>
                <a:lnTo>
                  <a:pt x="2912083" y="0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40020" y="653927"/>
            <a:ext cx="13449580" cy="191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SEE ARIANNA IN ACTION!</a:t>
            </a:r>
          </a:p>
          <a:p>
            <a:pPr algn="l">
              <a:lnSpc>
                <a:spcPts val="769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064593" y="4257083"/>
            <a:ext cx="7025199" cy="4685042"/>
            <a:chOff x="0" y="0"/>
            <a:chExt cx="1850258" cy="1233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0258" cy="1233921"/>
            </a:xfrm>
            <a:custGeom>
              <a:avLst/>
              <a:gdLst/>
              <a:ahLst/>
              <a:cxnLst/>
              <a:rect r="r" b="b" t="t" l="l"/>
              <a:pathLst>
                <a:path h="1233921" w="1850258">
                  <a:moveTo>
                    <a:pt x="30857" y="0"/>
                  </a:moveTo>
                  <a:lnTo>
                    <a:pt x="1819402" y="0"/>
                  </a:lnTo>
                  <a:cubicBezTo>
                    <a:pt x="1827586" y="0"/>
                    <a:pt x="1835434" y="3251"/>
                    <a:pt x="1841221" y="9038"/>
                  </a:cubicBezTo>
                  <a:cubicBezTo>
                    <a:pt x="1847007" y="14824"/>
                    <a:pt x="1850258" y="22673"/>
                    <a:pt x="1850258" y="30857"/>
                  </a:cubicBezTo>
                  <a:lnTo>
                    <a:pt x="1850258" y="1203064"/>
                  </a:lnTo>
                  <a:cubicBezTo>
                    <a:pt x="1850258" y="1211248"/>
                    <a:pt x="1847007" y="1219096"/>
                    <a:pt x="1841221" y="1224883"/>
                  </a:cubicBezTo>
                  <a:cubicBezTo>
                    <a:pt x="1835434" y="1230670"/>
                    <a:pt x="1827586" y="1233921"/>
                    <a:pt x="1819402" y="1233921"/>
                  </a:cubicBezTo>
                  <a:lnTo>
                    <a:pt x="30857" y="1233921"/>
                  </a:lnTo>
                  <a:cubicBezTo>
                    <a:pt x="22673" y="1233921"/>
                    <a:pt x="14824" y="1230670"/>
                    <a:pt x="9038" y="1224883"/>
                  </a:cubicBezTo>
                  <a:cubicBezTo>
                    <a:pt x="3251" y="1219096"/>
                    <a:pt x="0" y="1211248"/>
                    <a:pt x="0" y="1203064"/>
                  </a:cubicBezTo>
                  <a:lnTo>
                    <a:pt x="0" y="30857"/>
                  </a:lnTo>
                  <a:cubicBezTo>
                    <a:pt x="0" y="22673"/>
                    <a:pt x="3251" y="14824"/>
                    <a:pt x="9038" y="9038"/>
                  </a:cubicBezTo>
                  <a:cubicBezTo>
                    <a:pt x="14824" y="3251"/>
                    <a:pt x="22673" y="0"/>
                    <a:pt x="308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50258" cy="1291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831016" y="4619680"/>
            <a:ext cx="5670332" cy="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WHY ARIANNA IS AWESOME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619058" y="1757598"/>
            <a:ext cx="7798005" cy="152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2"/>
              </a:lnSpc>
            </a:pPr>
            <a:r>
              <a:rPr lang="en-US" sz="3122" b="true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 Real Conversation Example 💬</a:t>
            </a:r>
          </a:p>
          <a:p>
            <a:pPr algn="l">
              <a:lnSpc>
                <a:spcPts val="3646"/>
              </a:lnSpc>
            </a:pPr>
            <a:r>
              <a:rPr lang="en-US" sz="2322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Look how easy it is! You just type your question, and Arianna replies like a real conversation.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13206" y="3828910"/>
            <a:ext cx="4300683" cy="1067718"/>
            <a:chOff x="0" y="0"/>
            <a:chExt cx="5734244" cy="142362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309488"/>
              <a:ext cx="5734244" cy="1114137"/>
              <a:chOff x="0" y="0"/>
              <a:chExt cx="1491496" cy="28979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91496" cy="289791"/>
              </a:xfrm>
              <a:custGeom>
                <a:avLst/>
                <a:gdLst/>
                <a:ahLst/>
                <a:cxnLst/>
                <a:rect r="r" b="b" t="t" l="l"/>
                <a:pathLst>
                  <a:path h="289791" w="1491496">
                    <a:moveTo>
                      <a:pt x="30788" y="0"/>
                    </a:moveTo>
                    <a:lnTo>
                      <a:pt x="1460708" y="0"/>
                    </a:lnTo>
                    <a:cubicBezTo>
                      <a:pt x="1477711" y="0"/>
                      <a:pt x="1491496" y="13784"/>
                      <a:pt x="1491496" y="30788"/>
                    </a:cubicBezTo>
                    <a:lnTo>
                      <a:pt x="1491496" y="259003"/>
                    </a:lnTo>
                    <a:cubicBezTo>
                      <a:pt x="1491496" y="276007"/>
                      <a:pt x="1477711" y="289791"/>
                      <a:pt x="1460708" y="289791"/>
                    </a:cubicBezTo>
                    <a:lnTo>
                      <a:pt x="30788" y="289791"/>
                    </a:lnTo>
                    <a:cubicBezTo>
                      <a:pt x="13784" y="289791"/>
                      <a:pt x="0" y="276007"/>
                      <a:pt x="0" y="259003"/>
                    </a:cubicBezTo>
                    <a:lnTo>
                      <a:pt x="0" y="30788"/>
                    </a:lnTo>
                    <a:cubicBezTo>
                      <a:pt x="0" y="13784"/>
                      <a:pt x="13784" y="0"/>
                      <a:pt x="30788" y="0"/>
                    </a:cubicBezTo>
                    <a:close/>
                  </a:path>
                </a:pathLst>
              </a:custGeom>
              <a:solidFill>
                <a:srgbClr val="12448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1491496" cy="346941"/>
              </a:xfrm>
              <a:prstGeom prst="rect">
                <a:avLst/>
              </a:prstGeom>
            </p:spPr>
            <p:txBody>
              <a:bodyPr anchor="ctr" rtlCol="false" tIns="83168" lIns="83168" bIns="83168" rIns="83168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75938" y="0"/>
              <a:ext cx="1452710" cy="601120"/>
              <a:chOff x="0" y="0"/>
              <a:chExt cx="469792" cy="19439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69792" cy="194396"/>
              </a:xfrm>
              <a:custGeom>
                <a:avLst/>
                <a:gdLst/>
                <a:ahLst/>
                <a:cxnLst/>
                <a:rect r="r" b="b" t="t" l="l"/>
                <a:pathLst>
                  <a:path h="194396" w="469792">
                    <a:moveTo>
                      <a:pt x="97198" y="0"/>
                    </a:moveTo>
                    <a:lnTo>
                      <a:pt x="372594" y="0"/>
                    </a:lnTo>
                    <a:cubicBezTo>
                      <a:pt x="398372" y="0"/>
                      <a:pt x="423095" y="10240"/>
                      <a:pt x="441323" y="28469"/>
                    </a:cubicBezTo>
                    <a:cubicBezTo>
                      <a:pt x="459551" y="46697"/>
                      <a:pt x="469792" y="71419"/>
                      <a:pt x="469792" y="97198"/>
                    </a:cubicBezTo>
                    <a:lnTo>
                      <a:pt x="469792" y="97198"/>
                    </a:lnTo>
                    <a:cubicBezTo>
                      <a:pt x="469792" y="150879"/>
                      <a:pt x="426275" y="194396"/>
                      <a:pt x="372594" y="194396"/>
                    </a:cubicBezTo>
                    <a:lnTo>
                      <a:pt x="97198" y="194396"/>
                    </a:lnTo>
                    <a:cubicBezTo>
                      <a:pt x="71419" y="194396"/>
                      <a:pt x="46697" y="184156"/>
                      <a:pt x="28469" y="165927"/>
                    </a:cubicBezTo>
                    <a:cubicBezTo>
                      <a:pt x="10240" y="147699"/>
                      <a:pt x="0" y="122977"/>
                      <a:pt x="0" y="97198"/>
                    </a:cubicBezTo>
                    <a:lnTo>
                      <a:pt x="0" y="97198"/>
                    </a:lnTo>
                    <a:cubicBezTo>
                      <a:pt x="0" y="71419"/>
                      <a:pt x="10240" y="46697"/>
                      <a:pt x="28469" y="28469"/>
                    </a:cubicBezTo>
                    <a:cubicBezTo>
                      <a:pt x="46697" y="10240"/>
                      <a:pt x="71419" y="0"/>
                      <a:pt x="97198" y="0"/>
                    </a:cubicBezTo>
                    <a:close/>
                  </a:path>
                </a:pathLst>
              </a:custGeom>
              <a:solidFill>
                <a:srgbClr val="1480E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469792" cy="2515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80706" y="9668"/>
              <a:ext cx="1147942" cy="53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9"/>
                </a:lnSpc>
                <a:spcBef>
                  <a:spcPct val="0"/>
                </a:spcBef>
              </a:pPr>
              <a:r>
                <a:rPr lang="en-US" b="true" sz="2435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You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68914" y="630773"/>
              <a:ext cx="2261768" cy="451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4"/>
                </a:lnSpc>
                <a:spcBef>
                  <a:spcPct val="0"/>
                </a:spcBef>
              </a:pPr>
              <a:r>
                <a:rPr lang="en-US" sz="1960">
                  <a:solidFill>
                    <a:srgbClr val="FFFFFF"/>
                  </a:solidFill>
                  <a:latin typeface="TT Supermolot Neue Expanded"/>
                  <a:ea typeface="TT Supermolot Neue Expanded"/>
                  <a:cs typeface="TT Supermolot Neue Expanded"/>
                  <a:sym typeface="TT Supermolot Neue Expanded"/>
                </a:rPr>
                <a:t>What is AI?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65074" y="5134631"/>
            <a:ext cx="6296266" cy="2121369"/>
            <a:chOff x="0" y="0"/>
            <a:chExt cx="2183572" cy="735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3572" cy="735700"/>
            </a:xfrm>
            <a:custGeom>
              <a:avLst/>
              <a:gdLst/>
              <a:ahLst/>
              <a:cxnLst/>
              <a:rect r="r" b="b" t="t" l="l"/>
              <a:pathLst>
                <a:path h="735700" w="2183572">
                  <a:moveTo>
                    <a:pt x="34429" y="0"/>
                  </a:moveTo>
                  <a:lnTo>
                    <a:pt x="2149143" y="0"/>
                  </a:lnTo>
                  <a:cubicBezTo>
                    <a:pt x="2168158" y="0"/>
                    <a:pt x="2183572" y="15414"/>
                    <a:pt x="2183572" y="34429"/>
                  </a:cubicBezTo>
                  <a:lnTo>
                    <a:pt x="2183572" y="701271"/>
                  </a:lnTo>
                  <a:cubicBezTo>
                    <a:pt x="2183572" y="720286"/>
                    <a:pt x="2168158" y="735700"/>
                    <a:pt x="2149143" y="735700"/>
                  </a:cubicBezTo>
                  <a:lnTo>
                    <a:pt x="34429" y="735700"/>
                  </a:lnTo>
                  <a:cubicBezTo>
                    <a:pt x="25298" y="735700"/>
                    <a:pt x="16541" y="732073"/>
                    <a:pt x="10084" y="725616"/>
                  </a:cubicBezTo>
                  <a:cubicBezTo>
                    <a:pt x="3627" y="719159"/>
                    <a:pt x="0" y="710402"/>
                    <a:pt x="0" y="701271"/>
                  </a:cubicBezTo>
                  <a:lnTo>
                    <a:pt x="0" y="34429"/>
                  </a:lnTo>
                  <a:cubicBezTo>
                    <a:pt x="0" y="25298"/>
                    <a:pt x="3627" y="16541"/>
                    <a:pt x="10084" y="10084"/>
                  </a:cubicBezTo>
                  <a:cubicBezTo>
                    <a:pt x="16541" y="3627"/>
                    <a:pt x="25298" y="0"/>
                    <a:pt x="34429" y="0"/>
                  </a:cubicBezTo>
                  <a:close/>
                </a:path>
              </a:pathLst>
            </a:custGeom>
            <a:solidFill>
              <a:srgbClr val="FF9999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83572" cy="792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47027" y="4902515"/>
            <a:ext cx="1527269" cy="452083"/>
            <a:chOff x="0" y="0"/>
            <a:chExt cx="658538" cy="1949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538" cy="194932"/>
            </a:xfrm>
            <a:custGeom>
              <a:avLst/>
              <a:gdLst/>
              <a:ahLst/>
              <a:cxnLst/>
              <a:rect r="r" b="b" t="t" l="l"/>
              <a:pathLst>
                <a:path h="194932" w="658538">
                  <a:moveTo>
                    <a:pt x="97466" y="0"/>
                  </a:moveTo>
                  <a:lnTo>
                    <a:pt x="561072" y="0"/>
                  </a:lnTo>
                  <a:cubicBezTo>
                    <a:pt x="614901" y="0"/>
                    <a:pt x="658538" y="43637"/>
                    <a:pt x="658538" y="97466"/>
                  </a:cubicBezTo>
                  <a:lnTo>
                    <a:pt x="658538" y="97466"/>
                  </a:lnTo>
                  <a:cubicBezTo>
                    <a:pt x="658538" y="123316"/>
                    <a:pt x="648269" y="148107"/>
                    <a:pt x="629991" y="166385"/>
                  </a:cubicBezTo>
                  <a:cubicBezTo>
                    <a:pt x="611712" y="184663"/>
                    <a:pt x="586921" y="194932"/>
                    <a:pt x="561072" y="194932"/>
                  </a:cubicBezTo>
                  <a:lnTo>
                    <a:pt x="97466" y="194932"/>
                  </a:lnTo>
                  <a:cubicBezTo>
                    <a:pt x="43637" y="194932"/>
                    <a:pt x="0" y="151295"/>
                    <a:pt x="0" y="97466"/>
                  </a:cubicBezTo>
                  <a:lnTo>
                    <a:pt x="0" y="97466"/>
                  </a:lnTo>
                  <a:cubicBezTo>
                    <a:pt x="0" y="43637"/>
                    <a:pt x="43637" y="0"/>
                    <a:pt x="97466" y="0"/>
                  </a:cubicBezTo>
                  <a:close/>
                </a:path>
              </a:pathLst>
            </a:custGeom>
            <a:solidFill>
              <a:srgbClr val="CB6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58538" cy="252082"/>
            </a:xfrm>
            <a:prstGeom prst="rect">
              <a:avLst/>
            </a:prstGeom>
          </p:spPr>
          <p:txBody>
            <a:bodyPr anchor="ctr" rtlCol="false" tIns="31029" lIns="31029" bIns="31029" rIns="31029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75603" y="4897860"/>
            <a:ext cx="1298693" cy="41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b="true" sz="2435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Arianna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91759" y="5402093"/>
            <a:ext cx="5734718" cy="1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AI (Artificial Intelligence) refers to computer systems designed to perform tasks that typically require human intelligence — things like understanding language, recognizing images, making decisions, solving problems, and learning from experience.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480211" y="7726240"/>
            <a:ext cx="4300683" cy="1029366"/>
            <a:chOff x="0" y="0"/>
            <a:chExt cx="1491496" cy="3569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91496" cy="356989"/>
            </a:xfrm>
            <a:custGeom>
              <a:avLst/>
              <a:gdLst/>
              <a:ahLst/>
              <a:cxnLst/>
              <a:rect r="r" b="b" t="t" l="l"/>
              <a:pathLst>
                <a:path h="356989" w="1491496">
                  <a:moveTo>
                    <a:pt x="50404" y="0"/>
                  </a:moveTo>
                  <a:lnTo>
                    <a:pt x="1441091" y="0"/>
                  </a:lnTo>
                  <a:cubicBezTo>
                    <a:pt x="1468929" y="0"/>
                    <a:pt x="1491496" y="22567"/>
                    <a:pt x="1491496" y="50404"/>
                  </a:cubicBezTo>
                  <a:lnTo>
                    <a:pt x="1491496" y="306584"/>
                  </a:lnTo>
                  <a:cubicBezTo>
                    <a:pt x="1491496" y="334422"/>
                    <a:pt x="1468929" y="356989"/>
                    <a:pt x="1441091" y="356989"/>
                  </a:cubicBezTo>
                  <a:lnTo>
                    <a:pt x="50404" y="356989"/>
                  </a:lnTo>
                  <a:cubicBezTo>
                    <a:pt x="22567" y="356989"/>
                    <a:pt x="0" y="334422"/>
                    <a:pt x="0" y="306584"/>
                  </a:cubicBezTo>
                  <a:lnTo>
                    <a:pt x="0" y="50404"/>
                  </a:lnTo>
                  <a:cubicBezTo>
                    <a:pt x="0" y="22567"/>
                    <a:pt x="22567" y="0"/>
                    <a:pt x="50404" y="0"/>
                  </a:cubicBezTo>
                  <a:close/>
                </a:path>
              </a:pathLst>
            </a:custGeom>
            <a:solidFill>
              <a:srgbClr val="124488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491496" cy="414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62164" y="7494125"/>
            <a:ext cx="1089532" cy="450840"/>
            <a:chOff x="0" y="0"/>
            <a:chExt cx="469792" cy="1943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9792" cy="194396"/>
            </a:xfrm>
            <a:custGeom>
              <a:avLst/>
              <a:gdLst/>
              <a:ahLst/>
              <a:cxnLst/>
              <a:rect r="r" b="b" t="t" l="l"/>
              <a:pathLst>
                <a:path h="194396" w="469792">
                  <a:moveTo>
                    <a:pt x="97198" y="0"/>
                  </a:moveTo>
                  <a:lnTo>
                    <a:pt x="372594" y="0"/>
                  </a:lnTo>
                  <a:cubicBezTo>
                    <a:pt x="398372" y="0"/>
                    <a:pt x="423095" y="10240"/>
                    <a:pt x="441323" y="28469"/>
                  </a:cubicBezTo>
                  <a:cubicBezTo>
                    <a:pt x="459551" y="46697"/>
                    <a:pt x="469792" y="71419"/>
                    <a:pt x="469792" y="97198"/>
                  </a:cubicBezTo>
                  <a:lnTo>
                    <a:pt x="469792" y="97198"/>
                  </a:lnTo>
                  <a:cubicBezTo>
                    <a:pt x="469792" y="150879"/>
                    <a:pt x="426275" y="194396"/>
                    <a:pt x="372594" y="194396"/>
                  </a:cubicBezTo>
                  <a:lnTo>
                    <a:pt x="97198" y="194396"/>
                  </a:lnTo>
                  <a:cubicBezTo>
                    <a:pt x="71419" y="194396"/>
                    <a:pt x="46697" y="184156"/>
                    <a:pt x="28469" y="165927"/>
                  </a:cubicBezTo>
                  <a:cubicBezTo>
                    <a:pt x="10240" y="147699"/>
                    <a:pt x="0" y="122977"/>
                    <a:pt x="0" y="97198"/>
                  </a:cubicBezTo>
                  <a:lnTo>
                    <a:pt x="0" y="97198"/>
                  </a:lnTo>
                  <a:cubicBezTo>
                    <a:pt x="0" y="71419"/>
                    <a:pt x="10240" y="46697"/>
                    <a:pt x="28469" y="28469"/>
                  </a:cubicBezTo>
                  <a:cubicBezTo>
                    <a:pt x="46697" y="10240"/>
                    <a:pt x="71419" y="0"/>
                    <a:pt x="97198" y="0"/>
                  </a:cubicBezTo>
                  <a:close/>
                </a:path>
              </a:pathLst>
            </a:custGeom>
            <a:solidFill>
              <a:srgbClr val="1480E3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469792" cy="251546"/>
            </a:xfrm>
            <a:prstGeom prst="rect">
              <a:avLst/>
            </a:prstGeom>
          </p:spPr>
          <p:txBody>
            <a:bodyPr anchor="ctr" rtlCol="false" tIns="31029" lIns="31029" bIns="31029" rIns="31029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990740" y="7489470"/>
            <a:ext cx="860956" cy="41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b="true" sz="2435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You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906897" y="7952917"/>
            <a:ext cx="4023396" cy="65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  <a:spcBef>
                <a:spcPct val="0"/>
              </a:spcBef>
            </a:pPr>
            <a:r>
              <a:rPr lang="en-US" sz="186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Thank you for  a very informative response.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84124" y="8871147"/>
            <a:ext cx="6296266" cy="731451"/>
            <a:chOff x="0" y="0"/>
            <a:chExt cx="2183572" cy="2536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83572" cy="253671"/>
            </a:xfrm>
            <a:custGeom>
              <a:avLst/>
              <a:gdLst/>
              <a:ahLst/>
              <a:cxnLst/>
              <a:rect r="r" b="b" t="t" l="l"/>
              <a:pathLst>
                <a:path h="253671" w="2183572">
                  <a:moveTo>
                    <a:pt x="34429" y="0"/>
                  </a:moveTo>
                  <a:lnTo>
                    <a:pt x="2149143" y="0"/>
                  </a:lnTo>
                  <a:cubicBezTo>
                    <a:pt x="2168158" y="0"/>
                    <a:pt x="2183572" y="15414"/>
                    <a:pt x="2183572" y="34429"/>
                  </a:cubicBezTo>
                  <a:lnTo>
                    <a:pt x="2183572" y="219242"/>
                  </a:lnTo>
                  <a:cubicBezTo>
                    <a:pt x="2183572" y="238256"/>
                    <a:pt x="2168158" y="253671"/>
                    <a:pt x="2149143" y="253671"/>
                  </a:cubicBezTo>
                  <a:lnTo>
                    <a:pt x="34429" y="253671"/>
                  </a:lnTo>
                  <a:cubicBezTo>
                    <a:pt x="25298" y="253671"/>
                    <a:pt x="16541" y="250043"/>
                    <a:pt x="10084" y="243587"/>
                  </a:cubicBezTo>
                  <a:cubicBezTo>
                    <a:pt x="3627" y="237130"/>
                    <a:pt x="0" y="228373"/>
                    <a:pt x="0" y="219242"/>
                  </a:cubicBezTo>
                  <a:lnTo>
                    <a:pt x="0" y="34429"/>
                  </a:lnTo>
                  <a:cubicBezTo>
                    <a:pt x="0" y="25298"/>
                    <a:pt x="3627" y="16541"/>
                    <a:pt x="10084" y="10084"/>
                  </a:cubicBezTo>
                  <a:cubicBezTo>
                    <a:pt x="16541" y="3627"/>
                    <a:pt x="25298" y="0"/>
                    <a:pt x="34429" y="0"/>
                  </a:cubicBezTo>
                  <a:close/>
                </a:path>
              </a:pathLst>
            </a:custGeom>
            <a:solidFill>
              <a:srgbClr val="FF9999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183572" cy="310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66077" y="8639031"/>
            <a:ext cx="1527269" cy="452083"/>
            <a:chOff x="0" y="0"/>
            <a:chExt cx="658538" cy="1949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538" cy="194932"/>
            </a:xfrm>
            <a:custGeom>
              <a:avLst/>
              <a:gdLst/>
              <a:ahLst/>
              <a:cxnLst/>
              <a:rect r="r" b="b" t="t" l="l"/>
              <a:pathLst>
                <a:path h="194932" w="658538">
                  <a:moveTo>
                    <a:pt x="97466" y="0"/>
                  </a:moveTo>
                  <a:lnTo>
                    <a:pt x="561072" y="0"/>
                  </a:lnTo>
                  <a:cubicBezTo>
                    <a:pt x="614901" y="0"/>
                    <a:pt x="658538" y="43637"/>
                    <a:pt x="658538" y="97466"/>
                  </a:cubicBezTo>
                  <a:lnTo>
                    <a:pt x="658538" y="97466"/>
                  </a:lnTo>
                  <a:cubicBezTo>
                    <a:pt x="658538" y="123316"/>
                    <a:pt x="648269" y="148107"/>
                    <a:pt x="629991" y="166385"/>
                  </a:cubicBezTo>
                  <a:cubicBezTo>
                    <a:pt x="611712" y="184663"/>
                    <a:pt x="586921" y="194932"/>
                    <a:pt x="561072" y="194932"/>
                  </a:cubicBezTo>
                  <a:lnTo>
                    <a:pt x="97466" y="194932"/>
                  </a:lnTo>
                  <a:cubicBezTo>
                    <a:pt x="43637" y="194932"/>
                    <a:pt x="0" y="151295"/>
                    <a:pt x="0" y="97466"/>
                  </a:cubicBezTo>
                  <a:lnTo>
                    <a:pt x="0" y="97466"/>
                  </a:lnTo>
                  <a:cubicBezTo>
                    <a:pt x="0" y="43637"/>
                    <a:pt x="43637" y="0"/>
                    <a:pt x="97466" y="0"/>
                  </a:cubicBezTo>
                  <a:close/>
                </a:path>
              </a:pathLst>
            </a:custGeom>
            <a:solidFill>
              <a:srgbClr val="CB6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58538" cy="252082"/>
            </a:xfrm>
            <a:prstGeom prst="rect">
              <a:avLst/>
            </a:prstGeom>
          </p:spPr>
          <p:txBody>
            <a:bodyPr anchor="ctr" rtlCol="false" tIns="31029" lIns="31029" bIns="31029" rIns="31029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994653" y="8634376"/>
            <a:ext cx="1298693" cy="41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b="true" sz="2435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Arianna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10809" y="9138608"/>
            <a:ext cx="5734718" cy="30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You're welcome! Glad it was helpful.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1016" y="5296407"/>
            <a:ext cx="6094265" cy="359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079" indent="-244040" lvl="1">
              <a:lnSpc>
                <a:spcPts val="3164"/>
              </a:lnSpc>
              <a:buFont typeface="Arial"/>
              <a:buChar char="•"/>
            </a:pPr>
            <a:r>
              <a:rPr lang="en-US" sz="226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Gives simple answers — no big confusing words.</a:t>
            </a:r>
          </a:p>
          <a:p>
            <a:pPr algn="l" marL="488079" indent="-244040" lvl="1">
              <a:lnSpc>
                <a:spcPts val="3164"/>
              </a:lnSpc>
              <a:buFont typeface="Arial"/>
              <a:buChar char="•"/>
            </a:pPr>
            <a:r>
              <a:rPr lang="en-US" sz="226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Replies instantly — no waiting like Google searc</a:t>
            </a:r>
            <a:r>
              <a:rPr lang="en-US" sz="226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h.</a:t>
            </a:r>
          </a:p>
          <a:p>
            <a:pPr algn="l" marL="488079" indent="-244040" lvl="1">
              <a:lnSpc>
                <a:spcPts val="3164"/>
              </a:lnSpc>
              <a:buFont typeface="Arial"/>
              <a:buChar char="•"/>
            </a:pPr>
            <a:r>
              <a:rPr lang="en-US" sz="226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Feels like talking to a real friend who knows a lot.</a:t>
            </a:r>
          </a:p>
          <a:p>
            <a:pPr algn="l" marL="488079" indent="-244040" lvl="1">
              <a:lnSpc>
                <a:spcPts val="3164"/>
              </a:lnSpc>
              <a:buFont typeface="Arial"/>
              <a:buChar char="•"/>
            </a:pPr>
            <a:r>
              <a:rPr lang="en-US" sz="226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You can ask follow-up questions and she remembers the conversation!</a:t>
            </a:r>
          </a:p>
          <a:p>
            <a:pPr algn="l">
              <a:lnSpc>
                <a:spcPts val="31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21152" y="1735983"/>
            <a:ext cx="11781159" cy="677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7"/>
              </a:lnSpc>
            </a:pPr>
            <a:r>
              <a:rPr lang="en-US" sz="9633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THE TECH BEHIND ARIANNA</a:t>
            </a:r>
          </a:p>
          <a:p>
            <a:pPr algn="l">
              <a:lnSpc>
                <a:spcPts val="1348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9373718" y="1945533"/>
            <a:ext cx="9170857" cy="9842719"/>
          </a:xfrm>
          <a:custGeom>
            <a:avLst/>
            <a:gdLst/>
            <a:ahLst/>
            <a:cxnLst/>
            <a:rect r="r" b="b" t="t" l="l"/>
            <a:pathLst>
              <a:path h="9842719" w="9170857">
                <a:moveTo>
                  <a:pt x="9170857" y="0"/>
                </a:moveTo>
                <a:lnTo>
                  <a:pt x="0" y="0"/>
                </a:lnTo>
                <a:lnTo>
                  <a:pt x="0" y="9842718"/>
                </a:lnTo>
                <a:lnTo>
                  <a:pt x="9170857" y="9842718"/>
                </a:lnTo>
                <a:lnTo>
                  <a:pt x="9170857" y="0"/>
                </a:lnTo>
                <a:close/>
              </a:path>
            </a:pathLst>
          </a:custGeom>
          <a:blipFill>
            <a:blip r:embed="rId7"/>
            <a:stretch>
              <a:fillRect l="-4819" t="-17370" r="0" b="-4709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12499456" y="-450813"/>
            <a:ext cx="353883" cy="7259148"/>
          </a:xfrm>
          <a:custGeom>
            <a:avLst/>
            <a:gdLst/>
            <a:ahLst/>
            <a:cxnLst/>
            <a:rect r="r" b="b" t="t" l="l"/>
            <a:pathLst>
              <a:path h="7259148" w="353883">
                <a:moveTo>
                  <a:pt x="0" y="0"/>
                </a:moveTo>
                <a:lnTo>
                  <a:pt x="353883" y="0"/>
                </a:lnTo>
                <a:lnTo>
                  <a:pt x="353883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798142" y="2619566"/>
            <a:ext cx="9876219" cy="6913133"/>
            <a:chOff x="0" y="0"/>
            <a:chExt cx="997889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75" y="0"/>
              <a:ext cx="987739" cy="698500"/>
            </a:xfrm>
            <a:custGeom>
              <a:avLst/>
              <a:gdLst/>
              <a:ahLst/>
              <a:cxnLst/>
              <a:rect r="r" b="b" t="t" l="l"/>
              <a:pathLst>
                <a:path h="698500" w="987739">
                  <a:moveTo>
                    <a:pt x="983353" y="365511"/>
                  </a:moveTo>
                  <a:lnTo>
                    <a:pt x="799075" y="682239"/>
                  </a:lnTo>
                  <a:cubicBezTo>
                    <a:pt x="793218" y="692306"/>
                    <a:pt x="782448" y="698500"/>
                    <a:pt x="770800" y="698500"/>
                  </a:cubicBezTo>
                  <a:lnTo>
                    <a:pt x="216938" y="698500"/>
                  </a:lnTo>
                  <a:cubicBezTo>
                    <a:pt x="205291" y="698500"/>
                    <a:pt x="194521" y="692306"/>
                    <a:pt x="188664" y="682239"/>
                  </a:cubicBezTo>
                  <a:lnTo>
                    <a:pt x="4386" y="365511"/>
                  </a:lnTo>
                  <a:cubicBezTo>
                    <a:pt x="-1462" y="355459"/>
                    <a:pt x="-1462" y="343041"/>
                    <a:pt x="4386" y="332989"/>
                  </a:cubicBezTo>
                  <a:lnTo>
                    <a:pt x="188664" y="16261"/>
                  </a:lnTo>
                  <a:cubicBezTo>
                    <a:pt x="194521" y="6194"/>
                    <a:pt x="205291" y="0"/>
                    <a:pt x="216938" y="0"/>
                  </a:cubicBezTo>
                  <a:lnTo>
                    <a:pt x="770800" y="0"/>
                  </a:lnTo>
                  <a:cubicBezTo>
                    <a:pt x="782448" y="0"/>
                    <a:pt x="793218" y="6194"/>
                    <a:pt x="799075" y="16261"/>
                  </a:cubicBezTo>
                  <a:lnTo>
                    <a:pt x="983353" y="332989"/>
                  </a:lnTo>
                  <a:cubicBezTo>
                    <a:pt x="989201" y="343041"/>
                    <a:pt x="989201" y="355459"/>
                    <a:pt x="983353" y="365511"/>
                  </a:cubicBezTo>
                  <a:close/>
                </a:path>
              </a:pathLst>
            </a:custGeom>
            <a:blipFill>
              <a:blip r:embed="rId8"/>
              <a:stretch>
                <a:fillRect l="-3070" t="0" r="-3070" b="0"/>
              </a:stretch>
            </a:blipFill>
            <a:ln w="76200" cap="rnd">
              <a:gradFill>
                <a:gsLst>
                  <a:gs pos="0">
                    <a:srgbClr val="03152D">
                      <a:alpha val="100000"/>
                    </a:srgbClr>
                  </a:gs>
                  <a:gs pos="100000">
                    <a:srgbClr val="3FA9F5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23798" y="3048956"/>
            <a:ext cx="9543724" cy="5280287"/>
            <a:chOff x="0" y="0"/>
            <a:chExt cx="2170433" cy="12008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0433" cy="1200842"/>
            </a:xfrm>
            <a:custGeom>
              <a:avLst/>
              <a:gdLst/>
              <a:ahLst/>
              <a:cxnLst/>
              <a:rect r="r" b="b" t="t" l="l"/>
              <a:pathLst>
                <a:path h="1200842" w="2170433">
                  <a:moveTo>
                    <a:pt x="22714" y="0"/>
                  </a:moveTo>
                  <a:lnTo>
                    <a:pt x="2147719" y="0"/>
                  </a:lnTo>
                  <a:cubicBezTo>
                    <a:pt x="2153743" y="0"/>
                    <a:pt x="2159520" y="2393"/>
                    <a:pt x="2163780" y="6653"/>
                  </a:cubicBezTo>
                  <a:cubicBezTo>
                    <a:pt x="2168040" y="10912"/>
                    <a:pt x="2170433" y="16690"/>
                    <a:pt x="2170433" y="22714"/>
                  </a:cubicBezTo>
                  <a:lnTo>
                    <a:pt x="2170433" y="1178128"/>
                  </a:lnTo>
                  <a:cubicBezTo>
                    <a:pt x="2170433" y="1190673"/>
                    <a:pt x="2160263" y="1200842"/>
                    <a:pt x="2147719" y="1200842"/>
                  </a:cubicBezTo>
                  <a:lnTo>
                    <a:pt x="22714" y="1200842"/>
                  </a:lnTo>
                  <a:cubicBezTo>
                    <a:pt x="16690" y="1200842"/>
                    <a:pt x="10912" y="1198449"/>
                    <a:pt x="6653" y="1194190"/>
                  </a:cubicBezTo>
                  <a:cubicBezTo>
                    <a:pt x="2393" y="1189930"/>
                    <a:pt x="0" y="1184153"/>
                    <a:pt x="0" y="1178128"/>
                  </a:cubicBezTo>
                  <a:lnTo>
                    <a:pt x="0" y="22714"/>
                  </a:lnTo>
                  <a:cubicBezTo>
                    <a:pt x="0" y="16690"/>
                    <a:pt x="2393" y="10912"/>
                    <a:pt x="6653" y="6653"/>
                  </a:cubicBezTo>
                  <a:cubicBezTo>
                    <a:pt x="10912" y="2393"/>
                    <a:pt x="16690" y="0"/>
                    <a:pt x="227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70433" cy="1257992"/>
            </a:xfrm>
            <a:prstGeom prst="rect">
              <a:avLst/>
            </a:prstGeom>
          </p:spPr>
          <p:txBody>
            <a:bodyPr anchor="ctr" rtlCol="false" tIns="56583" lIns="56583" bIns="56583" rIns="565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27257" y="3426902"/>
            <a:ext cx="8278715" cy="148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</a:pPr>
            <a:r>
              <a:rPr lang="en-US" sz="4288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THE WEBSITE (FRONTEND)</a:t>
            </a:r>
          </a:p>
          <a:p>
            <a:pPr algn="l">
              <a:lnSpc>
                <a:spcPts val="600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511703" y="4377360"/>
            <a:ext cx="7375143" cy="3774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The</a:t>
            </a: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chat screen you see and click on. Built with HTML, CSS, and JavaScript — the same language that makes websites look pretty!</a:t>
            </a: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12499456" y="-450813"/>
            <a:ext cx="353883" cy="7259148"/>
          </a:xfrm>
          <a:custGeom>
            <a:avLst/>
            <a:gdLst/>
            <a:ahLst/>
            <a:cxnLst/>
            <a:rect r="r" b="b" t="t" l="l"/>
            <a:pathLst>
              <a:path h="7259148" w="353883">
                <a:moveTo>
                  <a:pt x="0" y="0"/>
                </a:moveTo>
                <a:lnTo>
                  <a:pt x="353883" y="0"/>
                </a:lnTo>
                <a:lnTo>
                  <a:pt x="353883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798142" y="2619566"/>
            <a:ext cx="9876219" cy="6913133"/>
            <a:chOff x="0" y="0"/>
            <a:chExt cx="997889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75" y="0"/>
              <a:ext cx="987739" cy="698500"/>
            </a:xfrm>
            <a:custGeom>
              <a:avLst/>
              <a:gdLst/>
              <a:ahLst/>
              <a:cxnLst/>
              <a:rect r="r" b="b" t="t" l="l"/>
              <a:pathLst>
                <a:path h="698500" w="987739">
                  <a:moveTo>
                    <a:pt x="983353" y="365511"/>
                  </a:moveTo>
                  <a:lnTo>
                    <a:pt x="799075" y="682239"/>
                  </a:lnTo>
                  <a:cubicBezTo>
                    <a:pt x="793218" y="692306"/>
                    <a:pt x="782448" y="698500"/>
                    <a:pt x="770800" y="698500"/>
                  </a:cubicBezTo>
                  <a:lnTo>
                    <a:pt x="216938" y="698500"/>
                  </a:lnTo>
                  <a:cubicBezTo>
                    <a:pt x="205291" y="698500"/>
                    <a:pt x="194521" y="692306"/>
                    <a:pt x="188664" y="682239"/>
                  </a:cubicBezTo>
                  <a:lnTo>
                    <a:pt x="4386" y="365511"/>
                  </a:lnTo>
                  <a:cubicBezTo>
                    <a:pt x="-1462" y="355459"/>
                    <a:pt x="-1462" y="343041"/>
                    <a:pt x="4386" y="332989"/>
                  </a:cubicBezTo>
                  <a:lnTo>
                    <a:pt x="188664" y="16261"/>
                  </a:lnTo>
                  <a:cubicBezTo>
                    <a:pt x="194521" y="6194"/>
                    <a:pt x="205291" y="0"/>
                    <a:pt x="216938" y="0"/>
                  </a:cubicBezTo>
                  <a:lnTo>
                    <a:pt x="770800" y="0"/>
                  </a:lnTo>
                  <a:cubicBezTo>
                    <a:pt x="782448" y="0"/>
                    <a:pt x="793218" y="6194"/>
                    <a:pt x="799075" y="16261"/>
                  </a:cubicBezTo>
                  <a:lnTo>
                    <a:pt x="983353" y="332989"/>
                  </a:lnTo>
                  <a:cubicBezTo>
                    <a:pt x="989201" y="343041"/>
                    <a:pt x="989201" y="355459"/>
                    <a:pt x="983353" y="365511"/>
                  </a:cubicBezTo>
                  <a:close/>
                </a:path>
              </a:pathLst>
            </a:custGeom>
            <a:blipFill>
              <a:blip r:embed="rId8"/>
              <a:stretch>
                <a:fillRect l="116" t="-2904" r="116" b="-2904"/>
              </a:stretch>
            </a:blipFill>
            <a:ln w="76200" cap="rnd">
              <a:gradFill>
                <a:gsLst>
                  <a:gs pos="0">
                    <a:srgbClr val="03152D">
                      <a:alpha val="100000"/>
                    </a:srgbClr>
                  </a:gs>
                  <a:gs pos="100000">
                    <a:srgbClr val="3FA9F5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23798" y="3048956"/>
            <a:ext cx="9543724" cy="5280287"/>
            <a:chOff x="0" y="0"/>
            <a:chExt cx="2170433" cy="12008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0433" cy="1200842"/>
            </a:xfrm>
            <a:custGeom>
              <a:avLst/>
              <a:gdLst/>
              <a:ahLst/>
              <a:cxnLst/>
              <a:rect r="r" b="b" t="t" l="l"/>
              <a:pathLst>
                <a:path h="1200842" w="2170433">
                  <a:moveTo>
                    <a:pt x="22714" y="0"/>
                  </a:moveTo>
                  <a:lnTo>
                    <a:pt x="2147719" y="0"/>
                  </a:lnTo>
                  <a:cubicBezTo>
                    <a:pt x="2153743" y="0"/>
                    <a:pt x="2159520" y="2393"/>
                    <a:pt x="2163780" y="6653"/>
                  </a:cubicBezTo>
                  <a:cubicBezTo>
                    <a:pt x="2168040" y="10912"/>
                    <a:pt x="2170433" y="16690"/>
                    <a:pt x="2170433" y="22714"/>
                  </a:cubicBezTo>
                  <a:lnTo>
                    <a:pt x="2170433" y="1178128"/>
                  </a:lnTo>
                  <a:cubicBezTo>
                    <a:pt x="2170433" y="1190673"/>
                    <a:pt x="2160263" y="1200842"/>
                    <a:pt x="2147719" y="1200842"/>
                  </a:cubicBezTo>
                  <a:lnTo>
                    <a:pt x="22714" y="1200842"/>
                  </a:lnTo>
                  <a:cubicBezTo>
                    <a:pt x="16690" y="1200842"/>
                    <a:pt x="10912" y="1198449"/>
                    <a:pt x="6653" y="1194190"/>
                  </a:cubicBezTo>
                  <a:cubicBezTo>
                    <a:pt x="2393" y="1189930"/>
                    <a:pt x="0" y="1184153"/>
                    <a:pt x="0" y="1178128"/>
                  </a:cubicBezTo>
                  <a:lnTo>
                    <a:pt x="0" y="22714"/>
                  </a:lnTo>
                  <a:cubicBezTo>
                    <a:pt x="0" y="16690"/>
                    <a:pt x="2393" y="10912"/>
                    <a:pt x="6653" y="6653"/>
                  </a:cubicBezTo>
                  <a:cubicBezTo>
                    <a:pt x="10912" y="2393"/>
                    <a:pt x="16690" y="0"/>
                    <a:pt x="227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70433" cy="1257992"/>
            </a:xfrm>
            <a:prstGeom prst="rect">
              <a:avLst/>
            </a:prstGeom>
          </p:spPr>
          <p:txBody>
            <a:bodyPr anchor="ctr" rtlCol="false" tIns="56583" lIns="56583" bIns="56583" rIns="565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27257" y="3426902"/>
            <a:ext cx="8278715" cy="148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</a:pPr>
            <a:r>
              <a:rPr lang="en-US" sz="4288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THE ENGINE (BACKEND)</a:t>
            </a:r>
          </a:p>
          <a:p>
            <a:pPr algn="l">
              <a:lnSpc>
                <a:spcPts val="600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511703" y="4377360"/>
            <a:ext cx="7375143" cy="4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 hidden</a:t>
            </a: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helper running on your computer using Python and FastAPI. It takes your message and passes it to the smart brain.</a:t>
            </a: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12499456" y="-450813"/>
            <a:ext cx="353883" cy="7259148"/>
          </a:xfrm>
          <a:custGeom>
            <a:avLst/>
            <a:gdLst/>
            <a:ahLst/>
            <a:cxnLst/>
            <a:rect r="r" b="b" t="t" l="l"/>
            <a:pathLst>
              <a:path h="7259148" w="353883">
                <a:moveTo>
                  <a:pt x="0" y="0"/>
                </a:moveTo>
                <a:lnTo>
                  <a:pt x="353883" y="0"/>
                </a:lnTo>
                <a:lnTo>
                  <a:pt x="353883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798142" y="2619566"/>
            <a:ext cx="9876219" cy="6913133"/>
            <a:chOff x="0" y="0"/>
            <a:chExt cx="997889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75" y="0"/>
              <a:ext cx="987739" cy="698500"/>
            </a:xfrm>
            <a:custGeom>
              <a:avLst/>
              <a:gdLst/>
              <a:ahLst/>
              <a:cxnLst/>
              <a:rect r="r" b="b" t="t" l="l"/>
              <a:pathLst>
                <a:path h="698500" w="987739">
                  <a:moveTo>
                    <a:pt x="983353" y="365511"/>
                  </a:moveTo>
                  <a:lnTo>
                    <a:pt x="799075" y="682239"/>
                  </a:lnTo>
                  <a:cubicBezTo>
                    <a:pt x="793218" y="692306"/>
                    <a:pt x="782448" y="698500"/>
                    <a:pt x="770800" y="698500"/>
                  </a:cubicBezTo>
                  <a:lnTo>
                    <a:pt x="216938" y="698500"/>
                  </a:lnTo>
                  <a:cubicBezTo>
                    <a:pt x="205291" y="698500"/>
                    <a:pt x="194521" y="692306"/>
                    <a:pt x="188664" y="682239"/>
                  </a:cubicBezTo>
                  <a:lnTo>
                    <a:pt x="4386" y="365511"/>
                  </a:lnTo>
                  <a:cubicBezTo>
                    <a:pt x="-1462" y="355459"/>
                    <a:pt x="-1462" y="343041"/>
                    <a:pt x="4386" y="332989"/>
                  </a:cubicBezTo>
                  <a:lnTo>
                    <a:pt x="188664" y="16261"/>
                  </a:lnTo>
                  <a:cubicBezTo>
                    <a:pt x="194521" y="6194"/>
                    <a:pt x="205291" y="0"/>
                    <a:pt x="216938" y="0"/>
                  </a:cubicBezTo>
                  <a:lnTo>
                    <a:pt x="770800" y="0"/>
                  </a:lnTo>
                  <a:cubicBezTo>
                    <a:pt x="782448" y="0"/>
                    <a:pt x="793218" y="6194"/>
                    <a:pt x="799075" y="16261"/>
                  </a:cubicBezTo>
                  <a:lnTo>
                    <a:pt x="983353" y="332989"/>
                  </a:lnTo>
                  <a:cubicBezTo>
                    <a:pt x="989201" y="343041"/>
                    <a:pt x="989201" y="355459"/>
                    <a:pt x="983353" y="365511"/>
                  </a:cubicBezTo>
                  <a:close/>
                </a:path>
              </a:pathLst>
            </a:custGeom>
            <a:blipFill>
              <a:blip r:embed="rId8"/>
              <a:stretch>
                <a:fillRect l="-3070" t="0" r="-3070" b="0"/>
              </a:stretch>
            </a:blipFill>
            <a:ln w="76200" cap="rnd">
              <a:gradFill>
                <a:gsLst>
                  <a:gs pos="0">
                    <a:srgbClr val="03152D">
                      <a:alpha val="100000"/>
                    </a:srgbClr>
                  </a:gs>
                  <a:gs pos="100000">
                    <a:srgbClr val="3FA9F5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23798" y="3048956"/>
            <a:ext cx="9543724" cy="5280287"/>
            <a:chOff x="0" y="0"/>
            <a:chExt cx="2170433" cy="12008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0433" cy="1200842"/>
            </a:xfrm>
            <a:custGeom>
              <a:avLst/>
              <a:gdLst/>
              <a:ahLst/>
              <a:cxnLst/>
              <a:rect r="r" b="b" t="t" l="l"/>
              <a:pathLst>
                <a:path h="1200842" w="2170433">
                  <a:moveTo>
                    <a:pt x="22714" y="0"/>
                  </a:moveTo>
                  <a:lnTo>
                    <a:pt x="2147719" y="0"/>
                  </a:lnTo>
                  <a:cubicBezTo>
                    <a:pt x="2153743" y="0"/>
                    <a:pt x="2159520" y="2393"/>
                    <a:pt x="2163780" y="6653"/>
                  </a:cubicBezTo>
                  <a:cubicBezTo>
                    <a:pt x="2168040" y="10912"/>
                    <a:pt x="2170433" y="16690"/>
                    <a:pt x="2170433" y="22714"/>
                  </a:cubicBezTo>
                  <a:lnTo>
                    <a:pt x="2170433" y="1178128"/>
                  </a:lnTo>
                  <a:cubicBezTo>
                    <a:pt x="2170433" y="1190673"/>
                    <a:pt x="2160263" y="1200842"/>
                    <a:pt x="2147719" y="1200842"/>
                  </a:cubicBezTo>
                  <a:lnTo>
                    <a:pt x="22714" y="1200842"/>
                  </a:lnTo>
                  <a:cubicBezTo>
                    <a:pt x="16690" y="1200842"/>
                    <a:pt x="10912" y="1198449"/>
                    <a:pt x="6653" y="1194190"/>
                  </a:cubicBezTo>
                  <a:cubicBezTo>
                    <a:pt x="2393" y="1189930"/>
                    <a:pt x="0" y="1184153"/>
                    <a:pt x="0" y="1178128"/>
                  </a:cubicBezTo>
                  <a:lnTo>
                    <a:pt x="0" y="22714"/>
                  </a:lnTo>
                  <a:cubicBezTo>
                    <a:pt x="0" y="16690"/>
                    <a:pt x="2393" y="10912"/>
                    <a:pt x="6653" y="6653"/>
                  </a:cubicBezTo>
                  <a:cubicBezTo>
                    <a:pt x="10912" y="2393"/>
                    <a:pt x="16690" y="0"/>
                    <a:pt x="227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70433" cy="1257992"/>
            </a:xfrm>
            <a:prstGeom prst="rect">
              <a:avLst/>
            </a:prstGeom>
          </p:spPr>
          <p:txBody>
            <a:bodyPr anchor="ctr" rtlCol="false" tIns="56583" lIns="56583" bIns="56583" rIns="56583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27257" y="3426902"/>
            <a:ext cx="8278715" cy="73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THE BRAIN (GEMINI AI)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11703" y="4377360"/>
            <a:ext cx="7375143" cy="566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Google's Gemini AI is</a:t>
            </a:r>
            <a:r>
              <a:rPr lang="en-US" sz="3574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the super-smart engine that thinks and creates the answer. It's like the world's biggest library + the smartest librarian!</a:t>
            </a: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  <a:p>
            <a:pPr algn="l">
              <a:lnSpc>
                <a:spcPts val="50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06841" y="1366224"/>
            <a:ext cx="11781159" cy="677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7"/>
              </a:lnSpc>
            </a:pPr>
            <a:r>
              <a:rPr lang="en-US" sz="9633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WHO IS ARIANNA AI FOR?</a:t>
            </a:r>
          </a:p>
          <a:p>
            <a:pPr algn="l">
              <a:lnSpc>
                <a:spcPts val="1348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628294" y="2849944"/>
            <a:ext cx="7886157" cy="7750224"/>
          </a:xfrm>
          <a:custGeom>
            <a:avLst/>
            <a:gdLst/>
            <a:ahLst/>
            <a:cxnLst/>
            <a:rect r="r" b="b" t="t" l="l"/>
            <a:pathLst>
              <a:path h="7750224" w="7886157">
                <a:moveTo>
                  <a:pt x="0" y="0"/>
                </a:moveTo>
                <a:lnTo>
                  <a:pt x="7886157" y="0"/>
                </a:lnTo>
                <a:lnTo>
                  <a:pt x="7886157" y="7750224"/>
                </a:lnTo>
                <a:lnTo>
                  <a:pt x="0" y="7750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960" t="0" r="-35408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12499456" y="-450813"/>
            <a:ext cx="353883" cy="7259148"/>
          </a:xfrm>
          <a:custGeom>
            <a:avLst/>
            <a:gdLst/>
            <a:ahLst/>
            <a:cxnLst/>
            <a:rect r="r" b="b" t="t" l="l"/>
            <a:pathLst>
              <a:path h="7259148" w="353883">
                <a:moveTo>
                  <a:pt x="0" y="0"/>
                </a:moveTo>
                <a:lnTo>
                  <a:pt x="353883" y="0"/>
                </a:lnTo>
                <a:lnTo>
                  <a:pt x="353883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72554" y="2490102"/>
            <a:ext cx="11079852" cy="6130185"/>
            <a:chOff x="0" y="0"/>
            <a:chExt cx="2170433" cy="12008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433" cy="1200842"/>
            </a:xfrm>
            <a:custGeom>
              <a:avLst/>
              <a:gdLst/>
              <a:ahLst/>
              <a:cxnLst/>
              <a:rect r="r" b="b" t="t" l="l"/>
              <a:pathLst>
                <a:path h="1200842" w="2170433">
                  <a:moveTo>
                    <a:pt x="19565" y="0"/>
                  </a:moveTo>
                  <a:lnTo>
                    <a:pt x="2150868" y="0"/>
                  </a:lnTo>
                  <a:cubicBezTo>
                    <a:pt x="2161673" y="0"/>
                    <a:pt x="2170433" y="8759"/>
                    <a:pt x="2170433" y="19565"/>
                  </a:cubicBezTo>
                  <a:lnTo>
                    <a:pt x="2170433" y="1181278"/>
                  </a:lnTo>
                  <a:cubicBezTo>
                    <a:pt x="2170433" y="1192083"/>
                    <a:pt x="2161673" y="1200842"/>
                    <a:pt x="2150868" y="1200842"/>
                  </a:cubicBezTo>
                  <a:lnTo>
                    <a:pt x="19565" y="1200842"/>
                  </a:lnTo>
                  <a:cubicBezTo>
                    <a:pt x="8759" y="1200842"/>
                    <a:pt x="0" y="1192083"/>
                    <a:pt x="0" y="1181278"/>
                  </a:cubicBezTo>
                  <a:lnTo>
                    <a:pt x="0" y="19565"/>
                  </a:lnTo>
                  <a:cubicBezTo>
                    <a:pt x="0" y="8759"/>
                    <a:pt x="8759" y="0"/>
                    <a:pt x="195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433" cy="1257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86142" y="2657955"/>
            <a:ext cx="1771255" cy="177125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5400000">
            <a:off x="9203966" y="-2035526"/>
            <a:ext cx="457614" cy="9386961"/>
          </a:xfrm>
          <a:custGeom>
            <a:avLst/>
            <a:gdLst/>
            <a:ahLst/>
            <a:cxnLst/>
            <a:rect r="r" b="b" t="t" l="l"/>
            <a:pathLst>
              <a:path h="9386961" w="457614">
                <a:moveTo>
                  <a:pt x="0" y="0"/>
                </a:moveTo>
                <a:lnTo>
                  <a:pt x="457614" y="0"/>
                </a:lnTo>
                <a:lnTo>
                  <a:pt x="457614" y="9386961"/>
                </a:lnTo>
                <a:lnTo>
                  <a:pt x="0" y="93869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09101" y="3042807"/>
            <a:ext cx="1125338" cy="1001551"/>
          </a:xfrm>
          <a:custGeom>
            <a:avLst/>
            <a:gdLst/>
            <a:ahLst/>
            <a:cxnLst/>
            <a:rect r="r" b="b" t="t" l="l"/>
            <a:pathLst>
              <a:path h="1001551" w="1125338">
                <a:moveTo>
                  <a:pt x="0" y="0"/>
                </a:moveTo>
                <a:lnTo>
                  <a:pt x="1125338" y="0"/>
                </a:lnTo>
                <a:lnTo>
                  <a:pt x="1125338" y="1001551"/>
                </a:lnTo>
                <a:lnTo>
                  <a:pt x="0" y="10015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50052" y="2801341"/>
            <a:ext cx="4482721" cy="171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0"/>
              </a:lnSpc>
            </a:pPr>
            <a:r>
              <a:rPr lang="en-US" sz="497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STUDENTS</a:t>
            </a:r>
          </a:p>
          <a:p>
            <a:pPr algn="l">
              <a:lnSpc>
                <a:spcPts val="697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151661" y="4046119"/>
            <a:ext cx="8562224" cy="436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9"/>
              </a:lnSpc>
              <a:spcBef>
                <a:spcPct val="0"/>
              </a:spcBef>
            </a:pPr>
            <a:r>
              <a:rPr lang="en-US" sz="414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Ge</a:t>
            </a:r>
            <a:r>
              <a:rPr lang="en-US" sz="414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 homework help, essay writing tips, and explanations in simple language  no more hours of searching Google!</a:t>
            </a: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12499456" y="-450813"/>
            <a:ext cx="353883" cy="7259148"/>
          </a:xfrm>
          <a:custGeom>
            <a:avLst/>
            <a:gdLst/>
            <a:ahLst/>
            <a:cxnLst/>
            <a:rect r="r" b="b" t="t" l="l"/>
            <a:pathLst>
              <a:path h="7259148" w="353883">
                <a:moveTo>
                  <a:pt x="0" y="0"/>
                </a:moveTo>
                <a:lnTo>
                  <a:pt x="353883" y="0"/>
                </a:lnTo>
                <a:lnTo>
                  <a:pt x="353883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72554" y="2490102"/>
            <a:ext cx="11079852" cy="6130185"/>
            <a:chOff x="0" y="0"/>
            <a:chExt cx="2170433" cy="12008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433" cy="1200842"/>
            </a:xfrm>
            <a:custGeom>
              <a:avLst/>
              <a:gdLst/>
              <a:ahLst/>
              <a:cxnLst/>
              <a:rect r="r" b="b" t="t" l="l"/>
              <a:pathLst>
                <a:path h="1200842" w="2170433">
                  <a:moveTo>
                    <a:pt x="19565" y="0"/>
                  </a:moveTo>
                  <a:lnTo>
                    <a:pt x="2150868" y="0"/>
                  </a:lnTo>
                  <a:cubicBezTo>
                    <a:pt x="2161673" y="0"/>
                    <a:pt x="2170433" y="8759"/>
                    <a:pt x="2170433" y="19565"/>
                  </a:cubicBezTo>
                  <a:lnTo>
                    <a:pt x="2170433" y="1181278"/>
                  </a:lnTo>
                  <a:cubicBezTo>
                    <a:pt x="2170433" y="1192083"/>
                    <a:pt x="2161673" y="1200842"/>
                    <a:pt x="2150868" y="1200842"/>
                  </a:cubicBezTo>
                  <a:lnTo>
                    <a:pt x="19565" y="1200842"/>
                  </a:lnTo>
                  <a:cubicBezTo>
                    <a:pt x="8759" y="1200842"/>
                    <a:pt x="0" y="1192083"/>
                    <a:pt x="0" y="1181278"/>
                  </a:cubicBezTo>
                  <a:lnTo>
                    <a:pt x="0" y="19565"/>
                  </a:lnTo>
                  <a:cubicBezTo>
                    <a:pt x="0" y="8759"/>
                    <a:pt x="8759" y="0"/>
                    <a:pt x="195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433" cy="1257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86142" y="2657955"/>
            <a:ext cx="1771255" cy="177125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5400000">
            <a:off x="9203966" y="-2035526"/>
            <a:ext cx="457614" cy="9386961"/>
          </a:xfrm>
          <a:custGeom>
            <a:avLst/>
            <a:gdLst/>
            <a:ahLst/>
            <a:cxnLst/>
            <a:rect r="r" b="b" t="t" l="l"/>
            <a:pathLst>
              <a:path h="9386961" w="457614">
                <a:moveTo>
                  <a:pt x="0" y="0"/>
                </a:moveTo>
                <a:lnTo>
                  <a:pt x="457614" y="0"/>
                </a:lnTo>
                <a:lnTo>
                  <a:pt x="457614" y="9386961"/>
                </a:lnTo>
                <a:lnTo>
                  <a:pt x="0" y="93869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38621" y="3001819"/>
            <a:ext cx="1174912" cy="1174912"/>
          </a:xfrm>
          <a:custGeom>
            <a:avLst/>
            <a:gdLst/>
            <a:ahLst/>
            <a:cxnLst/>
            <a:rect r="r" b="b" t="t" l="l"/>
            <a:pathLst>
              <a:path h="1174912" w="1174912">
                <a:moveTo>
                  <a:pt x="0" y="0"/>
                </a:moveTo>
                <a:lnTo>
                  <a:pt x="1174912" y="0"/>
                </a:lnTo>
                <a:lnTo>
                  <a:pt x="1174912" y="1174912"/>
                </a:lnTo>
                <a:lnTo>
                  <a:pt x="0" y="11749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50052" y="2801341"/>
            <a:ext cx="4482721" cy="171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0"/>
              </a:lnSpc>
            </a:pPr>
            <a:r>
              <a:rPr lang="en-US" sz="497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TEACHERS</a:t>
            </a:r>
          </a:p>
          <a:p>
            <a:pPr algn="l">
              <a:lnSpc>
                <a:spcPts val="697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151661" y="4046119"/>
            <a:ext cx="8562224" cy="509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9"/>
              </a:lnSpc>
              <a:spcBef>
                <a:spcPct val="0"/>
              </a:spcBef>
            </a:pPr>
            <a:r>
              <a:rPr lang="en-US" sz="414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Crea</a:t>
            </a:r>
            <a:r>
              <a:rPr lang="en-US" sz="414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te lesson plans, quiz questions, or get help drafting parent letters  Arianna helps teachers save time too!</a:t>
            </a: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411" y="-483782"/>
            <a:ext cx="24288248" cy="16785127"/>
            <a:chOff x="0" y="0"/>
            <a:chExt cx="32384331" cy="22380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114802" y="0"/>
              <a:ext cx="9436167" cy="8685205"/>
            </a:xfrm>
            <a:custGeom>
              <a:avLst/>
              <a:gdLst/>
              <a:ahLst/>
              <a:cxnLst/>
              <a:rect r="r" b="b" t="t" l="l"/>
              <a:pathLst>
                <a:path h="8685205" w="9436167">
                  <a:moveTo>
                    <a:pt x="0" y="0"/>
                  </a:moveTo>
                  <a:lnTo>
                    <a:pt x="9436167" y="0"/>
                  </a:lnTo>
                  <a:lnTo>
                    <a:pt x="9436167" y="8685205"/>
                  </a:lnTo>
                  <a:lnTo>
                    <a:pt x="0" y="8685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0800000">
              <a:off x="16114802" y="8503617"/>
              <a:ext cx="16269530" cy="13876553"/>
            </a:xfrm>
            <a:custGeom>
              <a:avLst/>
              <a:gdLst/>
              <a:ahLst/>
              <a:cxnLst/>
              <a:rect r="r" b="b" t="t" l="l"/>
              <a:pathLst>
                <a:path h="13876553" w="16269530">
                  <a:moveTo>
                    <a:pt x="0" y="0"/>
                  </a:moveTo>
                  <a:lnTo>
                    <a:pt x="16269529" y="0"/>
                  </a:lnTo>
                  <a:lnTo>
                    <a:pt x="16269529" y="13876553"/>
                  </a:lnTo>
                  <a:lnTo>
                    <a:pt x="0" y="1387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0" y="10047916"/>
              <a:ext cx="3882777" cy="5064492"/>
            </a:xfrm>
            <a:custGeom>
              <a:avLst/>
              <a:gdLst/>
              <a:ahLst/>
              <a:cxnLst/>
              <a:rect r="r" b="b" t="t" l="l"/>
              <a:pathLst>
                <a:path h="5064492" w="3882777">
                  <a:moveTo>
                    <a:pt x="0" y="5064491"/>
                  </a:moveTo>
                  <a:lnTo>
                    <a:pt x="3882777" y="5064491"/>
                  </a:lnTo>
                  <a:lnTo>
                    <a:pt x="3882777" y="0"/>
                  </a:lnTo>
                  <a:lnTo>
                    <a:pt x="0" y="0"/>
                  </a:lnTo>
                  <a:lnTo>
                    <a:pt x="0" y="5064491"/>
                  </a:lnTo>
                  <a:close/>
                </a:path>
              </a:pathLst>
            </a:custGeom>
            <a:blipFill>
              <a:blip r:embed="rId5">
                <a:alphaModFix amt="5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12499456" y="-450813"/>
            <a:ext cx="353883" cy="7259148"/>
          </a:xfrm>
          <a:custGeom>
            <a:avLst/>
            <a:gdLst/>
            <a:ahLst/>
            <a:cxnLst/>
            <a:rect r="r" b="b" t="t" l="l"/>
            <a:pathLst>
              <a:path h="7259148" w="353883">
                <a:moveTo>
                  <a:pt x="0" y="0"/>
                </a:moveTo>
                <a:lnTo>
                  <a:pt x="353883" y="0"/>
                </a:lnTo>
                <a:lnTo>
                  <a:pt x="353883" y="7259148"/>
                </a:lnTo>
                <a:lnTo>
                  <a:pt x="0" y="7259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72554" y="2490102"/>
            <a:ext cx="11079852" cy="6130185"/>
            <a:chOff x="0" y="0"/>
            <a:chExt cx="2170433" cy="12008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433" cy="1200842"/>
            </a:xfrm>
            <a:custGeom>
              <a:avLst/>
              <a:gdLst/>
              <a:ahLst/>
              <a:cxnLst/>
              <a:rect r="r" b="b" t="t" l="l"/>
              <a:pathLst>
                <a:path h="1200842" w="2170433">
                  <a:moveTo>
                    <a:pt x="19565" y="0"/>
                  </a:moveTo>
                  <a:lnTo>
                    <a:pt x="2150868" y="0"/>
                  </a:lnTo>
                  <a:cubicBezTo>
                    <a:pt x="2161673" y="0"/>
                    <a:pt x="2170433" y="8759"/>
                    <a:pt x="2170433" y="19565"/>
                  </a:cubicBezTo>
                  <a:lnTo>
                    <a:pt x="2170433" y="1181278"/>
                  </a:lnTo>
                  <a:cubicBezTo>
                    <a:pt x="2170433" y="1192083"/>
                    <a:pt x="2161673" y="1200842"/>
                    <a:pt x="2150868" y="1200842"/>
                  </a:cubicBezTo>
                  <a:lnTo>
                    <a:pt x="19565" y="1200842"/>
                  </a:lnTo>
                  <a:cubicBezTo>
                    <a:pt x="8759" y="1200842"/>
                    <a:pt x="0" y="1192083"/>
                    <a:pt x="0" y="1181278"/>
                  </a:cubicBezTo>
                  <a:lnTo>
                    <a:pt x="0" y="19565"/>
                  </a:lnTo>
                  <a:cubicBezTo>
                    <a:pt x="0" y="8759"/>
                    <a:pt x="8759" y="0"/>
                    <a:pt x="195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70433" cy="1257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86142" y="2657955"/>
            <a:ext cx="1771255" cy="177125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5400000">
            <a:off x="9203966" y="-2035526"/>
            <a:ext cx="457614" cy="9386961"/>
          </a:xfrm>
          <a:custGeom>
            <a:avLst/>
            <a:gdLst/>
            <a:ahLst/>
            <a:cxnLst/>
            <a:rect r="r" b="b" t="t" l="l"/>
            <a:pathLst>
              <a:path h="9386961" w="457614">
                <a:moveTo>
                  <a:pt x="0" y="0"/>
                </a:moveTo>
                <a:lnTo>
                  <a:pt x="457614" y="0"/>
                </a:lnTo>
                <a:lnTo>
                  <a:pt x="457614" y="9386961"/>
                </a:lnTo>
                <a:lnTo>
                  <a:pt x="0" y="93869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04654" y="2906116"/>
            <a:ext cx="1334231" cy="1290868"/>
          </a:xfrm>
          <a:custGeom>
            <a:avLst/>
            <a:gdLst/>
            <a:ahLst/>
            <a:cxnLst/>
            <a:rect r="r" b="b" t="t" l="l"/>
            <a:pathLst>
              <a:path h="1290868" w="1334231">
                <a:moveTo>
                  <a:pt x="0" y="0"/>
                </a:moveTo>
                <a:lnTo>
                  <a:pt x="1334231" y="0"/>
                </a:lnTo>
                <a:lnTo>
                  <a:pt x="1334231" y="1290868"/>
                </a:lnTo>
                <a:lnTo>
                  <a:pt x="0" y="1290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50052" y="2801341"/>
            <a:ext cx="9008164" cy="258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0"/>
              </a:lnSpc>
            </a:pPr>
            <a:r>
              <a:rPr lang="en-US" sz="4979" b="true">
                <a:solidFill>
                  <a:srgbClr val="03152D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SMALL BUSINESS OWNERS</a:t>
            </a:r>
          </a:p>
          <a:p>
            <a:pPr algn="l">
              <a:lnSpc>
                <a:spcPts val="697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395992" y="4643386"/>
            <a:ext cx="8562224" cy="583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9"/>
              </a:lnSpc>
              <a:spcBef>
                <a:spcPct val="0"/>
              </a:spcBef>
            </a:pPr>
            <a:r>
              <a:rPr lang="en-US" sz="414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Ne</a:t>
            </a:r>
            <a:r>
              <a:rPr lang="en-US" sz="414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ed to write product descriptions or plan your business? Arianna helps small shop owners with everyday tasks!</a:t>
            </a: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  <a:p>
            <a:pPr algn="l">
              <a:lnSpc>
                <a:spcPts val="58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0916">
                <a:alpha val="100000"/>
              </a:srgbClr>
            </a:gs>
            <a:gs pos="100000">
              <a:srgbClr val="002B5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1609690" y="5893931"/>
            <a:ext cx="12202147" cy="10407415"/>
          </a:xfrm>
          <a:custGeom>
            <a:avLst/>
            <a:gdLst/>
            <a:ahLst/>
            <a:cxnLst/>
            <a:rect r="r" b="b" t="t" l="l"/>
            <a:pathLst>
              <a:path h="10407415" w="12202147">
                <a:moveTo>
                  <a:pt x="0" y="0"/>
                </a:moveTo>
                <a:lnTo>
                  <a:pt x="12202148" y="0"/>
                </a:lnTo>
                <a:lnTo>
                  <a:pt x="12202148" y="10407415"/>
                </a:lnTo>
                <a:lnTo>
                  <a:pt x="0" y="10407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96367" y="2020031"/>
            <a:ext cx="11711321" cy="288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LET'S BUILD ARIANNA TOGETHER! 🚀</a:t>
            </a:r>
          </a:p>
          <a:p>
            <a:pPr algn="ctr">
              <a:lnSpc>
                <a:spcPts val="769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702856" y="4548435"/>
            <a:ext cx="12882288" cy="3801696"/>
            <a:chOff x="0" y="0"/>
            <a:chExt cx="3392866" cy="100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2866" cy="1001270"/>
            </a:xfrm>
            <a:custGeom>
              <a:avLst/>
              <a:gdLst/>
              <a:ahLst/>
              <a:cxnLst/>
              <a:rect r="r" b="b" t="t" l="l"/>
              <a:pathLst>
                <a:path h="1001270" w="3392866">
                  <a:moveTo>
                    <a:pt x="16827" y="0"/>
                  </a:moveTo>
                  <a:lnTo>
                    <a:pt x="3376039" y="0"/>
                  </a:lnTo>
                  <a:cubicBezTo>
                    <a:pt x="3380501" y="0"/>
                    <a:pt x="3384781" y="1773"/>
                    <a:pt x="3387937" y="4929"/>
                  </a:cubicBezTo>
                  <a:cubicBezTo>
                    <a:pt x="3391093" y="8084"/>
                    <a:pt x="3392866" y="12364"/>
                    <a:pt x="3392866" y="16827"/>
                  </a:cubicBezTo>
                  <a:lnTo>
                    <a:pt x="3392866" y="984442"/>
                  </a:lnTo>
                  <a:cubicBezTo>
                    <a:pt x="3392866" y="993736"/>
                    <a:pt x="3385332" y="1001270"/>
                    <a:pt x="3376039" y="1001270"/>
                  </a:cubicBezTo>
                  <a:lnTo>
                    <a:pt x="16827" y="1001270"/>
                  </a:lnTo>
                  <a:cubicBezTo>
                    <a:pt x="7534" y="1001270"/>
                    <a:pt x="0" y="993736"/>
                    <a:pt x="0" y="984442"/>
                  </a:cubicBezTo>
                  <a:lnTo>
                    <a:pt x="0" y="16827"/>
                  </a:lnTo>
                  <a:cubicBezTo>
                    <a:pt x="0" y="7534"/>
                    <a:pt x="7534" y="0"/>
                    <a:pt x="168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FA9F5">
                    <a:alpha val="100000"/>
                  </a:srgbClr>
                </a:gs>
                <a:gs pos="100000">
                  <a:srgbClr val="00295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392866" cy="1058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702856" y="4824387"/>
            <a:ext cx="12882288" cy="430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"A</a:t>
            </a:r>
            <a:r>
              <a:rPr lang="en-US" sz="48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super friendly chatbot that answers your questions simply, privately, and instantly — powered by Google Gemini!"</a:t>
            </a:r>
          </a:p>
          <a:p>
            <a:pPr algn="ctr">
              <a:lnSpc>
                <a:spcPts val="6859"/>
              </a:lnSpc>
              <a:spcBef>
                <a:spcPct val="0"/>
              </a:spcBef>
            </a:pPr>
          </a:p>
          <a:p>
            <a:pPr algn="ctr">
              <a:lnSpc>
                <a:spcPts val="685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361334" y="-171512"/>
            <a:ext cx="8628975" cy="7359796"/>
          </a:xfrm>
          <a:custGeom>
            <a:avLst/>
            <a:gdLst/>
            <a:ahLst/>
            <a:cxnLst/>
            <a:rect r="r" b="b" t="t" l="l"/>
            <a:pathLst>
              <a:path h="7359796" w="8628975">
                <a:moveTo>
                  <a:pt x="0" y="0"/>
                </a:moveTo>
                <a:lnTo>
                  <a:pt x="8628974" y="0"/>
                </a:lnTo>
                <a:lnTo>
                  <a:pt x="8628974" y="7359796"/>
                </a:lnTo>
                <a:lnTo>
                  <a:pt x="0" y="7359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03812" y="-924874"/>
            <a:ext cx="5791206" cy="5330323"/>
          </a:xfrm>
          <a:custGeom>
            <a:avLst/>
            <a:gdLst/>
            <a:ahLst/>
            <a:cxnLst/>
            <a:rect r="r" b="b" t="t" l="l"/>
            <a:pathLst>
              <a:path h="5330323" w="5791206">
                <a:moveTo>
                  <a:pt x="0" y="0"/>
                </a:moveTo>
                <a:lnTo>
                  <a:pt x="5791206" y="0"/>
                </a:lnTo>
                <a:lnTo>
                  <a:pt x="5791206" y="5330323"/>
                </a:lnTo>
                <a:lnTo>
                  <a:pt x="0" y="5330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11074" y="7392749"/>
            <a:ext cx="2441409" cy="3184447"/>
          </a:xfrm>
          <a:custGeom>
            <a:avLst/>
            <a:gdLst/>
            <a:ahLst/>
            <a:cxnLst/>
            <a:rect r="r" b="b" t="t" l="l"/>
            <a:pathLst>
              <a:path h="3184447" w="2441409">
                <a:moveTo>
                  <a:pt x="0" y="0"/>
                </a:moveTo>
                <a:lnTo>
                  <a:pt x="2441409" y="0"/>
                </a:lnTo>
                <a:lnTo>
                  <a:pt x="2441409" y="3184447"/>
                </a:lnTo>
                <a:lnTo>
                  <a:pt x="0" y="31844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9067910" y="1227745"/>
            <a:ext cx="340360" cy="6981740"/>
          </a:xfrm>
          <a:custGeom>
            <a:avLst/>
            <a:gdLst/>
            <a:ahLst/>
            <a:cxnLst/>
            <a:rect r="r" b="b" t="t" l="l"/>
            <a:pathLst>
              <a:path h="6981740" w="340360">
                <a:moveTo>
                  <a:pt x="0" y="0"/>
                </a:moveTo>
                <a:lnTo>
                  <a:pt x="340360" y="0"/>
                </a:lnTo>
                <a:lnTo>
                  <a:pt x="340360" y="6981740"/>
                </a:lnTo>
                <a:lnTo>
                  <a:pt x="0" y="6981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DAHPXgiLowg</dc:identifier>
  <dcterms:modified xsi:type="dcterms:W3CDTF">2011-08-01T06:04:30Z</dcterms:modified>
  <cp:revision>1</cp:revision>
  <dc:title>Arianna AI </dc:title>
</cp:coreProperties>
</file>